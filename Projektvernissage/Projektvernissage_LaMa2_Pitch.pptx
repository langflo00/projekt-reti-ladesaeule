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6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22A9A1-14E6-4DBA-A154-0277A9EF84D4}" v="5" dt="2025-06-11T21:42:18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Langlechner" userId="3ee614cba6c05fc5" providerId="LiveId" clId="{8087E867-1EC4-444D-B9F8-8BB387CDB92A}"/>
    <pc:docChg chg="undo custSel modSld">
      <pc:chgData name="Florian Langlechner" userId="3ee614cba6c05fc5" providerId="LiveId" clId="{8087E867-1EC4-444D-B9F8-8BB387CDB92A}" dt="2025-05-21T16:59:37.980" v="107" actId="20577"/>
      <pc:docMkLst>
        <pc:docMk/>
      </pc:docMkLst>
      <pc:sldChg chg="modSp mod">
        <pc:chgData name="Florian Langlechner" userId="3ee614cba6c05fc5" providerId="LiveId" clId="{8087E867-1EC4-444D-B9F8-8BB387CDB92A}" dt="2025-05-21T16:59:37.980" v="107" actId="20577"/>
        <pc:sldMkLst>
          <pc:docMk/>
          <pc:sldMk cId="2744666364" sldId="265"/>
        </pc:sldMkLst>
        <pc:spChg chg="mod">
          <ac:chgData name="Florian Langlechner" userId="3ee614cba6c05fc5" providerId="LiveId" clId="{8087E867-1EC4-444D-B9F8-8BB387CDB92A}" dt="2025-05-21T16:59:37.980" v="107" actId="20577"/>
          <ac:spMkLst>
            <pc:docMk/>
            <pc:sldMk cId="2744666364" sldId="265"/>
            <ac:spMk id="32" creationId="{B946E739-0EDC-1DEB-35A1-7098F4EAB27A}"/>
          </ac:spMkLst>
        </pc:spChg>
      </pc:sldChg>
    </pc:docChg>
  </pc:docChgLst>
  <pc:docChgLst>
    <pc:chgData name="Florian Langlechner" userId="3ee614cba6c05fc5" providerId="LiveId" clId="{7B22A9A1-14E6-4DBA-A154-0277A9EF84D4}"/>
    <pc:docChg chg="undo custSel modSld">
      <pc:chgData name="Florian Langlechner" userId="3ee614cba6c05fc5" providerId="LiveId" clId="{7B22A9A1-14E6-4DBA-A154-0277A9EF84D4}" dt="2025-06-11T21:42:18.461" v="120" actId="14826"/>
      <pc:docMkLst>
        <pc:docMk/>
      </pc:docMkLst>
      <pc:sldChg chg="addSp delSp modSp mod">
        <pc:chgData name="Florian Langlechner" userId="3ee614cba6c05fc5" providerId="LiveId" clId="{7B22A9A1-14E6-4DBA-A154-0277A9EF84D4}" dt="2025-06-11T21:42:18.461" v="120" actId="14826"/>
        <pc:sldMkLst>
          <pc:docMk/>
          <pc:sldMk cId="2744666364" sldId="265"/>
        </pc:sldMkLst>
        <pc:spChg chg="del mod">
          <ac:chgData name="Florian Langlechner" userId="3ee614cba6c05fc5" providerId="LiveId" clId="{7B22A9A1-14E6-4DBA-A154-0277A9EF84D4}" dt="2025-06-11T21:42:12.776" v="119"/>
          <ac:spMkLst>
            <pc:docMk/>
            <pc:sldMk cId="2744666364" sldId="265"/>
            <ac:spMk id="5" creationId="{4AA16AC5-8A6D-112F-DDFB-DA43BCF4D80A}"/>
          </ac:spMkLst>
        </pc:spChg>
        <pc:spChg chg="mod">
          <ac:chgData name="Florian Langlechner" userId="3ee614cba6c05fc5" providerId="LiveId" clId="{7B22A9A1-14E6-4DBA-A154-0277A9EF84D4}" dt="2025-05-21T20:17:37.852" v="87" actId="20577"/>
          <ac:spMkLst>
            <pc:docMk/>
            <pc:sldMk cId="2744666364" sldId="265"/>
            <ac:spMk id="32" creationId="{B946E739-0EDC-1DEB-35A1-7098F4EAB27A}"/>
          </ac:spMkLst>
        </pc:spChg>
        <pc:grpChg chg="add mod">
          <ac:chgData name="Florian Langlechner" userId="3ee614cba6c05fc5" providerId="LiveId" clId="{7B22A9A1-14E6-4DBA-A154-0277A9EF84D4}" dt="2025-05-22T06:49:48.060" v="96" actId="1076"/>
          <ac:grpSpMkLst>
            <pc:docMk/>
            <pc:sldMk cId="2744666364" sldId="265"/>
            <ac:grpSpMk id="4" creationId="{8278F5E0-860F-D540-49F3-5475BE8492FE}"/>
          </ac:grpSpMkLst>
        </pc:grpChg>
        <pc:grpChg chg="add mod">
          <ac:chgData name="Florian Langlechner" userId="3ee614cba6c05fc5" providerId="LiveId" clId="{7B22A9A1-14E6-4DBA-A154-0277A9EF84D4}" dt="2025-06-11T21:40:16.854" v="109" actId="164"/>
          <ac:grpSpMkLst>
            <pc:docMk/>
            <pc:sldMk cId="2744666364" sldId="265"/>
            <ac:grpSpMk id="8" creationId="{00E740B1-014F-274C-251D-EC420488A0CB}"/>
          </ac:grpSpMkLst>
        </pc:grpChg>
        <pc:picChg chg="add mod">
          <ac:chgData name="Florian Langlechner" userId="3ee614cba6c05fc5" providerId="LiveId" clId="{7B22A9A1-14E6-4DBA-A154-0277A9EF84D4}" dt="2025-05-22T06:49:54.989" v="101" actId="14100"/>
          <ac:picMkLst>
            <pc:docMk/>
            <pc:sldMk cId="2744666364" sldId="265"/>
            <ac:picMk id="3" creationId="{82E7C0BF-5248-7314-37AE-5C90137F781B}"/>
          </ac:picMkLst>
        </pc:picChg>
        <pc:picChg chg="add del mod">
          <ac:chgData name="Florian Langlechner" userId="3ee614cba6c05fc5" providerId="LiveId" clId="{7B22A9A1-14E6-4DBA-A154-0277A9EF84D4}" dt="2025-06-11T21:39:20.872" v="105" actId="478"/>
          <ac:picMkLst>
            <pc:docMk/>
            <pc:sldMk cId="2744666364" sldId="265"/>
            <ac:picMk id="7" creationId="{B1D0AE04-CE7B-09BA-95A8-037B930C3EB0}"/>
          </ac:picMkLst>
        </pc:picChg>
        <pc:picChg chg="mod">
          <ac:chgData name="Florian Langlechner" userId="3ee614cba6c05fc5" providerId="LiveId" clId="{7B22A9A1-14E6-4DBA-A154-0277A9EF84D4}" dt="2025-06-11T21:42:18.461" v="120" actId="14826"/>
          <ac:picMkLst>
            <pc:docMk/>
            <pc:sldMk cId="2744666364" sldId="265"/>
            <ac:picMk id="9" creationId="{EF77C464-DCEA-D935-718E-505EE575C32C}"/>
          </ac:picMkLst>
        </pc:picChg>
        <pc:picChg chg="add mod">
          <ac:chgData name="Florian Langlechner" userId="3ee614cba6c05fc5" providerId="LiveId" clId="{7B22A9A1-14E6-4DBA-A154-0277A9EF84D4}" dt="2025-06-11T21:42:07.502" v="116" actId="931"/>
          <ac:picMkLst>
            <pc:docMk/>
            <pc:sldMk cId="2744666364" sldId="265"/>
            <ac:picMk id="11" creationId="{61BC3487-4175-7B8E-C16B-0059514D0F65}"/>
          </ac:picMkLst>
        </pc:picChg>
        <pc:picChg chg="mod">
          <ac:chgData name="Florian Langlechner" userId="3ee614cba6c05fc5" providerId="LiveId" clId="{7B22A9A1-14E6-4DBA-A154-0277A9EF84D4}" dt="2025-05-22T06:49:45.344" v="95" actId="164"/>
          <ac:picMkLst>
            <pc:docMk/>
            <pc:sldMk cId="2744666364" sldId="265"/>
            <ac:picMk id="24" creationId="{CB6CB975-8582-0CCD-303D-F40FAACDC8CC}"/>
          </ac:picMkLst>
        </pc:picChg>
        <pc:picChg chg="mod">
          <ac:chgData name="Florian Langlechner" userId="3ee614cba6c05fc5" providerId="LiveId" clId="{7B22A9A1-14E6-4DBA-A154-0277A9EF84D4}" dt="2025-05-22T06:49:45.344" v="95" actId="164"/>
          <ac:picMkLst>
            <pc:docMk/>
            <pc:sldMk cId="2744666364" sldId="265"/>
            <ac:picMk id="25" creationId="{9F3B9AA3-0B93-227F-440C-31E8D4710274}"/>
          </ac:picMkLst>
        </pc:picChg>
      </pc:sldChg>
    </pc:docChg>
  </pc:docChgLst>
  <pc:docChgLst>
    <pc:chgData name="Florian Langlechner" userId="3ee614cba6c05fc5" providerId="LiveId" clId="{C2877ECD-2DFD-48C5-8380-A86CFCC1CCEA}"/>
    <pc:docChg chg="undo custSel modSld">
      <pc:chgData name="Florian Langlechner" userId="3ee614cba6c05fc5" providerId="LiveId" clId="{C2877ECD-2DFD-48C5-8380-A86CFCC1CCEA}" dt="2025-06-10T13:44:01.995" v="320" actId="20577"/>
      <pc:docMkLst>
        <pc:docMk/>
      </pc:docMkLst>
      <pc:sldChg chg="addSp delSp modSp mod">
        <pc:chgData name="Florian Langlechner" userId="3ee614cba6c05fc5" providerId="LiveId" clId="{C2877ECD-2DFD-48C5-8380-A86CFCC1CCEA}" dt="2025-06-10T13:44:01.995" v="320" actId="20577"/>
        <pc:sldMkLst>
          <pc:docMk/>
          <pc:sldMk cId="2744666364" sldId="265"/>
        </pc:sldMkLst>
        <pc:spChg chg="mod">
          <ac:chgData name="Florian Langlechner" userId="3ee614cba6c05fc5" providerId="LiveId" clId="{C2877ECD-2DFD-48C5-8380-A86CFCC1CCEA}" dt="2025-06-10T13:44:01.995" v="320" actId="20577"/>
          <ac:spMkLst>
            <pc:docMk/>
            <pc:sldMk cId="2744666364" sldId="265"/>
            <ac:spMk id="2" creationId="{BF53B514-0213-12B6-396E-0E22E346FA94}"/>
          </ac:spMkLst>
        </pc:spChg>
        <pc:spChg chg="add mod">
          <ac:chgData name="Florian Langlechner" userId="3ee614cba6c05fc5" providerId="LiveId" clId="{C2877ECD-2DFD-48C5-8380-A86CFCC1CCEA}" dt="2025-06-10T13:11:16.426" v="301" actId="113"/>
          <ac:spMkLst>
            <pc:docMk/>
            <pc:sldMk cId="2744666364" sldId="265"/>
            <ac:spMk id="5" creationId="{4AA16AC5-8A6D-112F-DDFB-DA43BCF4D80A}"/>
          </ac:spMkLst>
        </pc:spChg>
        <pc:spChg chg="del">
          <ac:chgData name="Florian Langlechner" userId="3ee614cba6c05fc5" providerId="LiveId" clId="{C2877ECD-2DFD-48C5-8380-A86CFCC1CCEA}" dt="2025-06-10T12:46:02.623" v="9" actId="478"/>
          <ac:spMkLst>
            <pc:docMk/>
            <pc:sldMk cId="2744666364" sldId="265"/>
            <ac:spMk id="29" creationId="{E1D1D819-9F8D-0859-4285-68ED1D0969D6}"/>
          </ac:spMkLst>
        </pc:spChg>
        <pc:spChg chg="del mod">
          <ac:chgData name="Florian Langlechner" userId="3ee614cba6c05fc5" providerId="LiveId" clId="{C2877ECD-2DFD-48C5-8380-A86CFCC1CCEA}" dt="2025-06-10T12:45:57.293" v="6" actId="478"/>
          <ac:spMkLst>
            <pc:docMk/>
            <pc:sldMk cId="2744666364" sldId="265"/>
            <ac:spMk id="31" creationId="{2B4B9EF5-5879-1BA4-29A3-03BD580666FA}"/>
          </ac:spMkLst>
        </pc:spChg>
        <pc:spChg chg="mod">
          <ac:chgData name="Florian Langlechner" userId="3ee614cba6c05fc5" providerId="LiveId" clId="{C2877ECD-2DFD-48C5-8380-A86CFCC1CCEA}" dt="2025-06-10T13:27:41.616" v="318" actId="20577"/>
          <ac:spMkLst>
            <pc:docMk/>
            <pc:sldMk cId="2744666364" sldId="265"/>
            <ac:spMk id="32" creationId="{B946E739-0EDC-1DEB-35A1-7098F4EAB27A}"/>
          </ac:spMkLst>
        </pc:spChg>
        <pc:grpChg chg="add del mod">
          <ac:chgData name="Florian Langlechner" userId="3ee614cba6c05fc5" providerId="LiveId" clId="{C2877ECD-2DFD-48C5-8380-A86CFCC1CCEA}" dt="2025-06-10T12:48:38.576" v="20" actId="1076"/>
          <ac:grpSpMkLst>
            <pc:docMk/>
            <pc:sldMk cId="2744666364" sldId="265"/>
            <ac:grpSpMk id="4" creationId="{8278F5E0-860F-D540-49F3-5475BE8492FE}"/>
          </ac:grpSpMkLst>
        </pc:grpChg>
        <pc:picChg chg="mod">
          <ac:chgData name="Florian Langlechner" userId="3ee614cba6c05fc5" providerId="LiveId" clId="{C2877ECD-2DFD-48C5-8380-A86CFCC1CCEA}" dt="2025-06-10T12:48:51.814" v="23" actId="1076"/>
          <ac:picMkLst>
            <pc:docMk/>
            <pc:sldMk cId="2744666364" sldId="265"/>
            <ac:picMk id="3" creationId="{82E7C0BF-5248-7314-37AE-5C90137F781B}"/>
          </ac:picMkLst>
        </pc:picChg>
        <pc:picChg chg="mod">
          <ac:chgData name="Florian Langlechner" userId="3ee614cba6c05fc5" providerId="LiveId" clId="{C2877ECD-2DFD-48C5-8380-A86CFCC1CCEA}" dt="2025-06-10T12:48:41.950" v="22" actId="1076"/>
          <ac:picMkLst>
            <pc:docMk/>
            <pc:sldMk cId="2744666364" sldId="265"/>
            <ac:picMk id="9" creationId="{EF77C464-DCEA-D935-718E-505EE575C32C}"/>
          </ac:picMkLst>
        </pc:picChg>
        <pc:picChg chg="del">
          <ac:chgData name="Florian Langlechner" userId="3ee614cba6c05fc5" providerId="LiveId" clId="{C2877ECD-2DFD-48C5-8380-A86CFCC1CCEA}" dt="2025-06-10T12:45:52.826" v="3" actId="478"/>
          <ac:picMkLst>
            <pc:docMk/>
            <pc:sldMk cId="2744666364" sldId="265"/>
            <ac:picMk id="26" creationId="{5AAFB02C-22B5-43EE-F580-E8EE405B6821}"/>
          </ac:picMkLst>
        </pc:picChg>
        <pc:picChg chg="del">
          <ac:chgData name="Florian Langlechner" userId="3ee614cba6c05fc5" providerId="LiveId" clId="{C2877ECD-2DFD-48C5-8380-A86CFCC1CCEA}" dt="2025-06-10T12:45:50.787" v="2" actId="478"/>
          <ac:picMkLst>
            <pc:docMk/>
            <pc:sldMk cId="2744666364" sldId="265"/>
            <ac:picMk id="27" creationId="{7DE06C89-AD08-AFC6-0E49-B4B36E26FC33}"/>
          </ac:picMkLst>
        </pc:picChg>
        <pc:cxnChg chg="del">
          <ac:chgData name="Florian Langlechner" userId="3ee614cba6c05fc5" providerId="LiveId" clId="{C2877ECD-2DFD-48C5-8380-A86CFCC1CCEA}" dt="2025-06-10T12:46:07.913" v="11" actId="478"/>
          <ac:cxnSpMkLst>
            <pc:docMk/>
            <pc:sldMk cId="2744666364" sldId="265"/>
            <ac:cxnSpMk id="28" creationId="{02512A11-8927-CD23-2940-670CFF548F8D}"/>
          </ac:cxnSpMkLst>
        </pc:cxnChg>
        <pc:cxnChg chg="del">
          <ac:chgData name="Florian Langlechner" userId="3ee614cba6c05fc5" providerId="LiveId" clId="{C2877ECD-2DFD-48C5-8380-A86CFCC1CCEA}" dt="2025-06-10T12:46:05.414" v="10" actId="478"/>
          <ac:cxnSpMkLst>
            <pc:docMk/>
            <pc:sldMk cId="2744666364" sldId="265"/>
            <ac:cxnSpMk id="30" creationId="{643F9BD7-4C41-21C6-A610-732D60EFFBD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ebene 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Autor:in und Datum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Titel der Präsentation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 der Präsentation</a:t>
            </a:r>
          </a:p>
        </p:txBody>
      </p:sp>
      <p:sp>
        <p:nvSpPr>
          <p:cNvPr id="15" name="Textebene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863600" y="3625850"/>
            <a:ext cx="10464800" cy="1019142"/>
          </a:xfrm>
          <a:prstGeom prst="rect">
            <a:avLst/>
          </a:prstGeom>
        </p:spPr>
        <p:txBody>
          <a:bodyPr anchor="t"/>
          <a:lstStyle>
            <a:lvl1pPr defTabSz="292100">
              <a:lnSpc>
                <a:spcPct val="90000"/>
              </a:lnSpc>
              <a:defRPr sz="2200" b="0" cap="none" spc="-50">
                <a:solidFill>
                  <a:srgbClr val="227AAE"/>
                </a:solidFill>
              </a:defRPr>
            </a:lvl1pPr>
          </a:lstStyle>
          <a:p>
            <a:r>
              <a:t>Präsentationsuntertitel</a:t>
            </a:r>
          </a:p>
        </p:txBody>
      </p:sp>
      <p:sp>
        <p:nvSpPr>
          <p:cNvPr id="1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65733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pernhaus in Kopenhagen bei nächtlicher Beleuchtung vom anderen Ufer aus gesehen"/>
          <p:cNvSpPr>
            <a:spLocks noGrp="1"/>
          </p:cNvSpPr>
          <p:nvPr>
            <p:ph type="pic" idx="21"/>
          </p:nvPr>
        </p:nvSpPr>
        <p:spPr>
          <a:xfrm>
            <a:off x="-1" y="-1263650"/>
            <a:ext cx="12192002" cy="812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4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63600" y="5359400"/>
            <a:ext cx="10464800" cy="1012825"/>
          </a:xfrm>
          <a:prstGeom prst="rect">
            <a:avLst/>
          </a:prstGeom>
        </p:spPr>
        <p:txBody>
          <a:bodyPr anchor="t"/>
          <a:lstStyle>
            <a:lvl1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1pPr>
            <a:lvl2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2pPr>
            <a:lvl3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3pPr>
            <a:lvl4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4pPr>
            <a:lvl5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5pPr>
          </a:lstStyle>
          <a:p>
            <a:r>
              <a:t>Präsentationsuntertitel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Titel der Präsentation"/>
          <p:cNvSpPr txBox="1">
            <a:spLocks noGrp="1"/>
          </p:cNvSpPr>
          <p:nvPr>
            <p:ph type="title" hasCustomPrompt="1"/>
          </p:nvPr>
        </p:nvSpPr>
        <p:spPr>
          <a:xfrm>
            <a:off x="863600" y="3908623"/>
            <a:ext cx="10464800" cy="13999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Titel der Präsentation</a:t>
            </a:r>
          </a:p>
        </p:txBody>
      </p:sp>
      <p:sp>
        <p:nvSpPr>
          <p:cNvPr id="26" name="Autor:in und Datum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863600" y="501650"/>
            <a:ext cx="10464800" cy="2400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r>
              <a:t>Autor:in und Datum</a:t>
            </a:r>
          </a:p>
        </p:txBody>
      </p:sp>
      <p:sp>
        <p:nvSpPr>
          <p:cNvPr id="27" name="Linien"/>
          <p:cNvSpPr/>
          <p:nvPr/>
        </p:nvSpPr>
        <p:spPr>
          <a:xfrm>
            <a:off x="431799" y="6426200"/>
            <a:ext cx="11328402" cy="0"/>
          </a:xfrm>
          <a:prstGeom prst="line">
            <a:avLst/>
          </a:prstGeom>
          <a:ln w="127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28" name="Linien"/>
          <p:cNvSpPr/>
          <p:nvPr/>
        </p:nvSpPr>
        <p:spPr>
          <a:xfrm>
            <a:off x="431799" y="444500"/>
            <a:ext cx="11328402" cy="0"/>
          </a:xfrm>
          <a:prstGeom prst="line">
            <a:avLst/>
          </a:prstGeom>
          <a:ln w="508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29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366774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Hängebrücke über dem Wasser bei Sonnenuntergang"/>
          <p:cNvSpPr>
            <a:spLocks noGrp="1"/>
          </p:cNvSpPr>
          <p:nvPr>
            <p:ph type="pic" idx="21"/>
          </p:nvPr>
        </p:nvSpPr>
        <p:spPr>
          <a:xfrm>
            <a:off x="-1676400" y="0"/>
            <a:ext cx="8001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7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6832600" y="2197100"/>
            <a:ext cx="4635500" cy="1270000"/>
          </a:xfrm>
          <a:prstGeom prst="rect">
            <a:avLst/>
          </a:prstGeom>
        </p:spPr>
        <p:txBody>
          <a:bodyPr anchor="t"/>
          <a:lstStyle>
            <a:lvl1pPr algn="l">
              <a:defRPr sz="4000" spc="-40"/>
            </a:lvl1pPr>
          </a:lstStyle>
          <a:p>
            <a:r>
              <a:t>Folientitel</a:t>
            </a:r>
          </a:p>
        </p:txBody>
      </p:sp>
      <p:sp>
        <p:nvSpPr>
          <p:cNvPr id="38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32600" y="3505200"/>
            <a:ext cx="4635500" cy="1156319"/>
          </a:xfrm>
          <a:prstGeom prst="rect">
            <a:avLst/>
          </a:prstGeom>
        </p:spPr>
        <p:txBody>
          <a:bodyPr anchor="t"/>
          <a:lstStyle>
            <a:lvl1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1pPr>
            <a:lvl2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2pPr>
            <a:lvl3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3pPr>
            <a:lvl4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4pPr>
            <a:lvl5pPr algn="l" defTabSz="292100">
              <a:lnSpc>
                <a:spcPct val="80000"/>
              </a:lnSpc>
              <a:defRPr sz="2200" b="0" cap="none" spc="-22">
                <a:solidFill>
                  <a:srgbClr val="227AAE"/>
                </a:solidFill>
              </a:defRPr>
            </a:lvl5pPr>
          </a:lstStyle>
          <a:p>
            <a:r>
              <a:t>Folien-Untertitel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9" name="Autor:in und Datum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832600" y="1873250"/>
            <a:ext cx="4635500" cy="2413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Autor:in und Datum</a:t>
            </a:r>
          </a:p>
        </p:txBody>
      </p:sp>
      <p:sp>
        <p:nvSpPr>
          <p:cNvPr id="40" name="Linien"/>
          <p:cNvSpPr/>
          <p:nvPr/>
        </p:nvSpPr>
        <p:spPr>
          <a:xfrm>
            <a:off x="6832600" y="1860550"/>
            <a:ext cx="464185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41" name="Linien"/>
          <p:cNvSpPr/>
          <p:nvPr/>
        </p:nvSpPr>
        <p:spPr>
          <a:xfrm>
            <a:off x="6832600" y="4762500"/>
            <a:ext cx="464185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4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661138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863600" y="869950"/>
            <a:ext cx="10464800" cy="1612679"/>
          </a:xfrm>
          <a:prstGeom prst="rect">
            <a:avLst/>
          </a:prstGeom>
        </p:spPr>
        <p:txBody>
          <a:bodyPr anchor="t"/>
          <a:lstStyle/>
          <a:p>
            <a:r>
              <a:t>Folientitel</a:t>
            </a:r>
          </a:p>
        </p:txBody>
      </p:sp>
      <p:sp>
        <p:nvSpPr>
          <p:cNvPr id="50" name="Textebene 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Autor:in und Datum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1" name="Textebene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863600" y="2482850"/>
            <a:ext cx="10464800" cy="3082925"/>
          </a:xfrm>
          <a:prstGeom prst="rect">
            <a:avLst/>
          </a:prstGeom>
        </p:spPr>
        <p:txBody>
          <a:bodyPr numCol="2" spcCol="1046480"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Text für Folienpunkt</a:t>
            </a:r>
          </a:p>
        </p:txBody>
      </p:sp>
      <p:sp>
        <p:nvSpPr>
          <p:cNvPr id="5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130687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63600" y="2482850"/>
            <a:ext cx="10464800" cy="3082925"/>
          </a:xfrm>
          <a:prstGeom prst="rect">
            <a:avLst/>
          </a:prstGeom>
        </p:spPr>
        <p:txBody>
          <a:bodyPr numCol="2" spcCol="1046480"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4826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7239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9652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12065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519640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28671" y="1542376"/>
            <a:ext cx="4635501" cy="2284414"/>
          </a:xfrm>
          <a:prstGeom prst="rect">
            <a:avLst/>
          </a:prstGeom>
        </p:spPr>
        <p:txBody>
          <a:bodyPr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4826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7239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9652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12065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8" name="Hängebrücke über dem Wasser bei Sonnenuntergang"/>
          <p:cNvSpPr>
            <a:spLocks noGrp="1"/>
          </p:cNvSpPr>
          <p:nvPr>
            <p:ph type="pic" idx="21"/>
          </p:nvPr>
        </p:nvSpPr>
        <p:spPr>
          <a:xfrm>
            <a:off x="-1676400" y="0"/>
            <a:ext cx="8001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9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6832599" y="840114"/>
            <a:ext cx="4635501" cy="1270001"/>
          </a:xfrm>
          <a:prstGeom prst="rect">
            <a:avLst/>
          </a:prstGeom>
        </p:spPr>
        <p:txBody>
          <a:bodyPr anchor="t"/>
          <a:lstStyle>
            <a:lvl1pPr algn="l">
              <a:defRPr sz="4000" spc="-40"/>
            </a:lvl1pPr>
          </a:lstStyle>
          <a:p>
            <a:r>
              <a:t>Folientitel</a:t>
            </a:r>
          </a:p>
        </p:txBody>
      </p:sp>
      <p:sp>
        <p:nvSpPr>
          <p:cNvPr id="7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531799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32600" y="3817938"/>
            <a:ext cx="4635500" cy="2284413"/>
          </a:xfrm>
          <a:prstGeom prst="rect">
            <a:avLst/>
          </a:prstGeom>
        </p:spPr>
        <p:txBody>
          <a:bodyPr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4826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7239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9652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12065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8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6832600" y="2197100"/>
            <a:ext cx="4635500" cy="1270000"/>
          </a:xfrm>
          <a:prstGeom prst="rect">
            <a:avLst/>
          </a:prstGeom>
        </p:spPr>
        <p:txBody>
          <a:bodyPr anchor="t"/>
          <a:lstStyle>
            <a:lvl1pPr algn="l">
              <a:defRPr sz="4000" spc="-40"/>
            </a:lvl1pPr>
          </a:lstStyle>
          <a:p>
            <a:r>
              <a:t>Folientitel</a:t>
            </a:r>
          </a:p>
        </p:txBody>
      </p:sp>
      <p:sp>
        <p:nvSpPr>
          <p:cNvPr id="79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832600" y="1870305"/>
            <a:ext cx="4635500" cy="241301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Autor:in und Datum</a:t>
            </a:r>
          </a:p>
        </p:txBody>
      </p:sp>
      <p:sp>
        <p:nvSpPr>
          <p:cNvPr id="80" name="Linien"/>
          <p:cNvSpPr/>
          <p:nvPr/>
        </p:nvSpPr>
        <p:spPr>
          <a:xfrm>
            <a:off x="6832600" y="1860550"/>
            <a:ext cx="464185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81" name="Linien"/>
          <p:cNvSpPr/>
          <p:nvPr/>
        </p:nvSpPr>
        <p:spPr>
          <a:xfrm>
            <a:off x="6832600" y="3505200"/>
            <a:ext cx="464185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8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274153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32600" y="3817938"/>
            <a:ext cx="4635500" cy="2284413"/>
          </a:xfrm>
          <a:prstGeom prst="rect">
            <a:avLst/>
          </a:prstGeom>
        </p:spPr>
        <p:txBody>
          <a:bodyPr anchor="t"/>
          <a:lstStyle>
            <a:lvl1pPr marL="2413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4826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7239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9652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1206500" indent="-241300" algn="l" defTabSz="6350">
              <a:lnSpc>
                <a:spcPct val="80000"/>
              </a:lnSpc>
              <a:spcBef>
                <a:spcPts val="1200"/>
              </a:spcBef>
              <a:buSzPct val="10000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6832600" y="2197100"/>
            <a:ext cx="4635500" cy="1270000"/>
          </a:xfrm>
          <a:prstGeom prst="rect">
            <a:avLst/>
          </a:prstGeom>
        </p:spPr>
        <p:txBody>
          <a:bodyPr anchor="t"/>
          <a:lstStyle>
            <a:lvl1pPr algn="l">
              <a:defRPr sz="4000" spc="-40"/>
            </a:lvl1pPr>
          </a:lstStyle>
          <a:p>
            <a:r>
              <a:t>Folientitel</a:t>
            </a:r>
          </a:p>
        </p:txBody>
      </p:sp>
      <p:sp>
        <p:nvSpPr>
          <p:cNvPr id="91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832600" y="1870305"/>
            <a:ext cx="4635500" cy="241301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Autor:in und Datum</a:t>
            </a:r>
          </a:p>
        </p:txBody>
      </p:sp>
      <p:sp>
        <p:nvSpPr>
          <p:cNvPr id="92" name="Linien"/>
          <p:cNvSpPr/>
          <p:nvPr/>
        </p:nvSpPr>
        <p:spPr>
          <a:xfrm>
            <a:off x="6832600" y="1860550"/>
            <a:ext cx="464185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93" name="Linien"/>
          <p:cNvSpPr/>
          <p:nvPr/>
        </p:nvSpPr>
        <p:spPr>
          <a:xfrm>
            <a:off x="6832600" y="3505200"/>
            <a:ext cx="464185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9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442158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bschnitt">
    <p:bg>
      <p:bgPr>
        <a:solidFill>
          <a:srgbClr val="227A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des Abschnitts"/>
          <p:cNvSpPr txBox="1">
            <a:spLocks noGrp="1"/>
          </p:cNvSpPr>
          <p:nvPr>
            <p:ph type="title" hasCustomPrompt="1"/>
          </p:nvPr>
        </p:nvSpPr>
        <p:spPr>
          <a:xfrm>
            <a:off x="863600" y="2705100"/>
            <a:ext cx="10464800" cy="1270000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Titel des Abschnitts</a:t>
            </a:r>
          </a:p>
        </p:txBody>
      </p:sp>
      <p:sp>
        <p:nvSpPr>
          <p:cNvPr id="102" name="Linien"/>
          <p:cNvSpPr/>
          <p:nvPr/>
        </p:nvSpPr>
        <p:spPr>
          <a:xfrm>
            <a:off x="431799" y="6426200"/>
            <a:ext cx="11328402" cy="0"/>
          </a:xfrm>
          <a:prstGeom prst="line">
            <a:avLst/>
          </a:prstGeom>
          <a:ln w="12700">
            <a:solidFill>
              <a:srgbClr val="EFEBD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103" name="Linien"/>
          <p:cNvSpPr/>
          <p:nvPr/>
        </p:nvSpPr>
        <p:spPr>
          <a:xfrm>
            <a:off x="431799" y="444500"/>
            <a:ext cx="11328402" cy="0"/>
          </a:xfrm>
          <a:prstGeom prst="line">
            <a:avLst/>
          </a:prstGeom>
          <a:ln w="50800">
            <a:solidFill>
              <a:srgbClr val="EFEBD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10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073121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863600" y="869950"/>
            <a:ext cx="10464800" cy="1614786"/>
          </a:xfrm>
          <a:prstGeom prst="rect">
            <a:avLst/>
          </a:prstGeom>
        </p:spPr>
        <p:txBody>
          <a:bodyPr anchor="t"/>
          <a:lstStyle/>
          <a:p>
            <a:r>
              <a:t>Folientitel</a:t>
            </a:r>
          </a:p>
        </p:txBody>
      </p:sp>
      <p:sp>
        <p:nvSpPr>
          <p:cNvPr id="112" name="Textebene 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Autor:in und Datum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65334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Agenda-Titel"/>
          <p:cNvSpPr txBox="1">
            <a:spLocks noGrp="1"/>
          </p:cNvSpPr>
          <p:nvPr>
            <p:ph type="title" hasCustomPrompt="1"/>
          </p:nvPr>
        </p:nvSpPr>
        <p:spPr>
          <a:xfrm>
            <a:off x="863600" y="869950"/>
            <a:ext cx="10464800" cy="1650058"/>
          </a:xfrm>
          <a:prstGeom prst="rect">
            <a:avLst/>
          </a:prstGeom>
        </p:spPr>
        <p:txBody>
          <a:bodyPr anchor="t"/>
          <a:lstStyle/>
          <a:p>
            <a:r>
              <a:t>Agenda-Titel</a:t>
            </a:r>
          </a:p>
        </p:txBody>
      </p:sp>
      <p:sp>
        <p:nvSpPr>
          <p:cNvPr id="121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63600" y="2521629"/>
            <a:ext cx="10464800" cy="3086101"/>
          </a:xfrm>
          <a:prstGeom prst="rect">
            <a:avLst/>
          </a:prstGeom>
        </p:spPr>
        <p:txBody>
          <a:bodyPr anchor="t"/>
          <a:lstStyle>
            <a:lvl1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algn="l" defTabSz="6350"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2800" b="0" cap="none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Agendathemen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593507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63600" y="2640943"/>
            <a:ext cx="10464800" cy="1568451"/>
          </a:xfrm>
          <a:prstGeom prst="rect">
            <a:avLst/>
          </a:prstGeom>
        </p:spPr>
        <p:txBody>
          <a:bodyPr/>
          <a:lstStyle>
            <a:lvl1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 defTabSz="292100">
              <a:lnSpc>
                <a:spcPct val="80000"/>
              </a:lnSpc>
              <a:defRPr sz="4300" b="0" cap="none" spc="-43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r>
              <a:t>Aufstellung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363171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akt (groß)">
    <p:bg>
      <p:bgPr>
        <a:solidFill>
          <a:srgbClr val="227A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63600" y="4305983"/>
            <a:ext cx="10464800" cy="454407"/>
          </a:xfrm>
          <a:prstGeom prst="rect">
            <a:avLst/>
          </a:prstGeom>
        </p:spPr>
        <p:txBody>
          <a:bodyPr anchor="t"/>
          <a:lstStyle>
            <a:lvl1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1pPr>
            <a:lvl2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2pPr>
            <a:lvl3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3pPr>
            <a:lvl4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4pPr>
            <a:lvl5pPr defTabSz="292100">
              <a:lnSpc>
                <a:spcPct val="90000"/>
              </a:lnSpc>
              <a:spcBef>
                <a:spcPts val="1000"/>
              </a:spcBef>
              <a:defRPr sz="2200" b="0" cap="none" spc="-22">
                <a:solidFill>
                  <a:srgbClr val="F0EBE0"/>
                </a:solidFill>
              </a:defRPr>
            </a:lvl5pPr>
          </a:lstStyle>
          <a:p>
            <a:r>
              <a:t>Fakten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8" name="Linien"/>
          <p:cNvSpPr/>
          <p:nvPr/>
        </p:nvSpPr>
        <p:spPr>
          <a:xfrm>
            <a:off x="431799" y="6426200"/>
            <a:ext cx="11328402" cy="0"/>
          </a:xfrm>
          <a:prstGeom prst="line">
            <a:avLst/>
          </a:prstGeom>
          <a:ln w="12700">
            <a:solidFill>
              <a:srgbClr val="EFEBD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139" name="Linien"/>
          <p:cNvSpPr/>
          <p:nvPr/>
        </p:nvSpPr>
        <p:spPr>
          <a:xfrm>
            <a:off x="431799" y="444500"/>
            <a:ext cx="11328402" cy="0"/>
          </a:xfrm>
          <a:prstGeom prst="line">
            <a:avLst/>
          </a:prstGeom>
          <a:ln w="50800">
            <a:solidFill>
              <a:srgbClr val="EFEBD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140" name="Textebene 1…"/>
          <p:cNvSpPr txBox="1">
            <a:spLocks noGrp="1"/>
          </p:cNvSpPr>
          <p:nvPr>
            <p:ph type="body" idx="21" hasCustomPrompt="1"/>
          </p:nvPr>
        </p:nvSpPr>
        <p:spPr>
          <a:xfrm>
            <a:off x="863600" y="549311"/>
            <a:ext cx="10464800" cy="3730590"/>
          </a:xfrm>
          <a:prstGeom prst="rect">
            <a:avLst/>
          </a:prstGeom>
        </p:spPr>
        <p:txBody>
          <a:bodyPr anchor="b"/>
          <a:lstStyle/>
          <a:p>
            <a:pPr lvl="4" indent="548640" defTabSz="116840">
              <a:lnSpc>
                <a:spcPct val="70000"/>
              </a:lnSpc>
              <a:defRPr sz="12000" cap="none" spc="-119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pPr>
            <a:r>
              <a:t>100 %
</a:t>
            </a:r>
          </a:p>
        </p:txBody>
      </p:sp>
      <p:sp>
        <p:nvSpPr>
          <p:cNvPr id="14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250391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Das Dänische Königliche Schauspielhaus, ein modernes am Wasser gelegenes Gebäude in Kopenhagen, vom Hafen aus gesehen bei Sonnenuntergang"/>
          <p:cNvSpPr>
            <a:spLocks noGrp="1"/>
          </p:cNvSpPr>
          <p:nvPr>
            <p:ph type="pic" idx="21"/>
          </p:nvPr>
        </p:nvSpPr>
        <p:spPr>
          <a:xfrm>
            <a:off x="-12700" y="-2679700"/>
            <a:ext cx="12211050" cy="122110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49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04850" y="1059942"/>
            <a:ext cx="5387793" cy="968209"/>
          </a:xfrm>
          <a:prstGeom prst="rect">
            <a:avLst/>
          </a:prstGeom>
        </p:spPr>
        <p:txBody>
          <a:bodyPr anchor="t"/>
          <a:lstStyle>
            <a:lvl1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 defTabSz="292100">
              <a:lnSpc>
                <a:spcPct val="90000"/>
              </a:lnSpc>
              <a:defRPr sz="2900" b="0" cap="none" spc="-29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r>
              <a:t>„Bemerkenswert“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0" name="Quellenangab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704850" y="2025727"/>
            <a:ext cx="5387793" cy="271527"/>
          </a:xfrm>
          <a:prstGeom prst="rect">
            <a:avLst/>
          </a:prstGeom>
        </p:spPr>
        <p:txBody>
          <a:bodyPr/>
          <a:lstStyle>
            <a:lvl1pPr defTabSz="6350"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  <a:defRPr sz="1200" b="0" cap="none">
                <a:latin typeface="Publico Text Semibold"/>
                <a:ea typeface="Publico Text Semibold"/>
                <a:cs typeface="Publico Text Semibold"/>
                <a:sym typeface="Publico Text Semibold"/>
              </a:defRPr>
            </a:lvl1pPr>
          </a:lstStyle>
          <a:p>
            <a:r>
              <a:t>Quellenangabe</a:t>
            </a:r>
          </a:p>
        </p:txBody>
      </p:sp>
      <p:sp>
        <p:nvSpPr>
          <p:cNvPr id="15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17268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Das Dänische Königliche Schauspielhaus, ein modernes am Wasser gelegenes Gebäude in Kopenhagen, vom Hafen aus gesehen bei Sonnenuntergang"/>
          <p:cNvSpPr>
            <a:spLocks noGrp="1"/>
          </p:cNvSpPr>
          <p:nvPr>
            <p:ph type="pic" sz="quarter" idx="21"/>
          </p:nvPr>
        </p:nvSpPr>
        <p:spPr>
          <a:xfrm>
            <a:off x="7363621" y="2809098"/>
            <a:ext cx="3938731" cy="393873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9" name="Der schwarze Diamant, ein moderner am Wasser gelegener Anbau der Dänischen Königlichen Bibliothek in Kopenhagen bei nächtlicher Beleuchtung"/>
          <p:cNvSpPr>
            <a:spLocks noGrp="1"/>
          </p:cNvSpPr>
          <p:nvPr>
            <p:ph type="pic" sz="quarter" idx="22"/>
          </p:nvPr>
        </p:nvSpPr>
        <p:spPr>
          <a:xfrm>
            <a:off x="7350107" y="755650"/>
            <a:ext cx="3971926" cy="26479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0" name="Hängebrücke über dem Wasser bei Sonnenuntergang"/>
          <p:cNvSpPr>
            <a:spLocks noGrp="1"/>
          </p:cNvSpPr>
          <p:nvPr>
            <p:ph type="pic" idx="23"/>
          </p:nvPr>
        </p:nvSpPr>
        <p:spPr>
          <a:xfrm>
            <a:off x="889000" y="673100"/>
            <a:ext cx="6426200" cy="550817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184076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Luftaufnahme der Cirkelbroen-Brücke, einer modernen Fußgängerbrücke in Kopenhagen mit fünf kreisförmigen Plattformen"/>
          <p:cNvSpPr>
            <a:spLocks noGrp="1"/>
          </p:cNvSpPr>
          <p:nvPr>
            <p:ph type="pic" idx="21"/>
          </p:nvPr>
        </p:nvSpPr>
        <p:spPr>
          <a:xfrm>
            <a:off x="863600" y="-711200"/>
            <a:ext cx="10655300" cy="79946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9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582701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1423" y="6483559"/>
            <a:ext cx="331822" cy="24109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26832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ien"/>
          <p:cNvSpPr/>
          <p:nvPr/>
        </p:nvSpPr>
        <p:spPr>
          <a:xfrm>
            <a:off x="431799" y="444500"/>
            <a:ext cx="11328402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3" name="Linien"/>
          <p:cNvSpPr/>
          <p:nvPr/>
        </p:nvSpPr>
        <p:spPr>
          <a:xfrm>
            <a:off x="431799" y="6426200"/>
            <a:ext cx="11328402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22859" tIns="22859" rIns="22859" bIns="22859"/>
          <a:lstStyle/>
          <a:p>
            <a:endParaRPr sz="900"/>
          </a:p>
        </p:txBody>
      </p:sp>
      <p:sp>
        <p:nvSpPr>
          <p:cNvPr id="4" name="Textebene 1…"/>
          <p:cNvSpPr txBox="1">
            <a:spLocks noGrp="1"/>
          </p:cNvSpPr>
          <p:nvPr>
            <p:ph type="body" idx="1" hasCustomPrompt="1"/>
          </p:nvPr>
        </p:nvSpPr>
        <p:spPr>
          <a:xfrm>
            <a:off x="863600" y="501650"/>
            <a:ext cx="104648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Autor:in und Datum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" name="Titel der Präsentation"/>
          <p:cNvSpPr txBox="1">
            <a:spLocks noGrp="1"/>
          </p:cNvSpPr>
          <p:nvPr>
            <p:ph type="title" hasCustomPrompt="1"/>
          </p:nvPr>
        </p:nvSpPr>
        <p:spPr>
          <a:xfrm>
            <a:off x="863600" y="2214240"/>
            <a:ext cx="10464800" cy="1398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Titel der Präsentation</a:t>
            </a:r>
          </a:p>
        </p:txBody>
      </p:sp>
      <p:sp>
        <p:nvSpPr>
          <p:cNvPr id="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5930089" y="6483559"/>
            <a:ext cx="331822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410765">
              <a:lnSpc>
                <a:spcPct val="100000"/>
              </a:lnSpc>
              <a:spcBef>
                <a:spcPts val="0"/>
              </a:spcBef>
              <a:tabLst/>
              <a:defRPr sz="900">
                <a:solidFill>
                  <a:srgbClr val="227AA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0622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ransition spd="med"/>
  <p:txStyles>
    <p:titleStyle>
      <a:lvl1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1pPr>
      <a:lvl2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2pPr>
      <a:lvl3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3pPr>
      <a:lvl4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4pPr>
      <a:lvl5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5pPr>
      <a:lvl6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6pPr>
      <a:lvl7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7pPr>
      <a:lvl8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8pPr>
      <a:lvl9pPr marL="0" marR="0" indent="0" algn="ctr" defTabSz="2921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300" b="0" i="0" u="none" strike="noStrike" cap="none" spc="-43" baseline="0">
          <a:solidFill>
            <a:srgbClr val="4A4A4A"/>
          </a:solidFill>
          <a:uFillTx/>
          <a:latin typeface="Publico Headline Black"/>
          <a:ea typeface="Publico Headline Black"/>
          <a:cs typeface="Publico Headline Black"/>
          <a:sym typeface="Publico Headline Black"/>
        </a:defRPr>
      </a:lvl9pPr>
    </p:titleStyle>
    <p:bodyStyle>
      <a:lvl1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1pPr>
      <a:lvl2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2pPr>
      <a:lvl3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3pPr>
      <a:lvl4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4pPr>
      <a:lvl5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5pPr>
      <a:lvl6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6pPr>
      <a:lvl7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7pPr>
      <a:lvl8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8pPr>
      <a:lvl9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all" spc="0" baseline="0">
          <a:solidFill>
            <a:srgbClr val="227AAF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9pPr>
    </p:bodyStyle>
    <p:otherStyle>
      <a:lvl1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1pPr>
      <a:lvl2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2pPr>
      <a:lvl3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3pPr>
      <a:lvl4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4pPr>
      <a:lvl5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5pPr>
      <a:lvl6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6pPr>
      <a:lvl7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7pPr>
      <a:lvl8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8pPr>
      <a:lvl9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FDAC0-C19D-0BA3-44CB-A8E7C9A8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kt Lademanagement">
            <a:extLst>
              <a:ext uri="{FF2B5EF4-FFF2-40B4-BE49-F238E27FC236}">
                <a16:creationId xmlns:a16="http://schemas.microsoft.com/office/drawing/2014/main" id="{BF53B514-0213-12B6-396E-0E22E346FA94}"/>
              </a:ext>
            </a:extLst>
          </p:cNvPr>
          <p:cNvSpPr txBox="1">
            <a:spLocks/>
          </p:cNvSpPr>
          <p:nvPr/>
        </p:nvSpPr>
        <p:spPr>
          <a:xfrm>
            <a:off x="2193306" y="540011"/>
            <a:ext cx="9135093" cy="1398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t">
            <a:normAutofit/>
          </a:bodyPr>
          <a:lstStyle>
            <a:lvl1pPr marL="0" marR="0" indent="0" algn="l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-79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1pPr>
            <a:lvl2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2pPr>
            <a:lvl3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3pPr>
            <a:lvl4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4pPr>
            <a:lvl5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5pPr>
            <a:lvl6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6pPr>
            <a:lvl7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7pPr>
            <a:lvl8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8pPr>
            <a:lvl9pPr marL="0" marR="0" indent="0" algn="ctr" defTabSz="5842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-85" baseline="0">
                <a:solidFill>
                  <a:srgbClr val="4A4A4A"/>
                </a:solidFill>
                <a:uFillTx/>
                <a:latin typeface="Publico Headline Black"/>
                <a:ea typeface="Publico Headline Black"/>
                <a:cs typeface="Publico Headline Black"/>
                <a:sym typeface="Publico Headline Black"/>
              </a:defRPr>
            </a:lvl9pPr>
          </a:lstStyle>
          <a:p>
            <a:pPr algn="ctr" defTabSz="292100">
              <a:defRPr spc="-100"/>
            </a:pPr>
            <a:r>
              <a:rPr lang="de-DE" sz="4800" kern="0" spc="-50" dirty="0">
                <a:solidFill>
                  <a:srgbClr val="3493B4"/>
                </a:solidFill>
              </a:rPr>
              <a:t>Projekt </a:t>
            </a:r>
            <a:r>
              <a:rPr lang="de-DE" sz="4800" kern="0" spc="-50" dirty="0" err="1">
                <a:solidFill>
                  <a:srgbClr val="3493B4"/>
                </a:solidFill>
              </a:rPr>
              <a:t>LadeManagement</a:t>
            </a:r>
            <a:r>
              <a:rPr lang="de-DE" sz="4800" kern="0" spc="-50">
                <a:solidFill>
                  <a:srgbClr val="3493B4"/>
                </a:solidFill>
              </a:rPr>
              <a:t> 2</a:t>
            </a:r>
            <a:endParaRPr lang="de-DE" sz="4800" kern="0" spc="-50" dirty="0">
              <a:solidFill>
                <a:srgbClr val="3493B4"/>
              </a:solidFill>
            </a:endParaRPr>
          </a:p>
        </p:txBody>
      </p:sp>
      <p:pic>
        <p:nvPicPr>
          <p:cNvPr id="9" name="LaMa_Logo.png">
            <a:extLst>
              <a:ext uri="{FF2B5EF4-FFF2-40B4-BE49-F238E27FC236}">
                <a16:creationId xmlns:a16="http://schemas.microsoft.com/office/drawing/2014/main" id="{EF77C464-DCEA-D935-718E-505EE575C3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0598" y="440633"/>
            <a:ext cx="1465846" cy="147957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278F5E0-860F-D540-49F3-5475BE8492FE}"/>
              </a:ext>
            </a:extLst>
          </p:cNvPr>
          <p:cNvGrpSpPr/>
          <p:nvPr/>
        </p:nvGrpSpPr>
        <p:grpSpPr>
          <a:xfrm>
            <a:off x="3484958" y="1651957"/>
            <a:ext cx="3213696" cy="2074223"/>
            <a:chOff x="3890790" y="1233236"/>
            <a:chExt cx="2596846" cy="1911351"/>
          </a:xfrm>
        </p:grpSpPr>
        <p:pic>
          <p:nvPicPr>
            <p:cNvPr id="24" name="E-Ladesaeule-Stromverteilung-02.png" descr="E-Ladesaeule-Stromverteilung-02.png">
              <a:extLst>
                <a:ext uri="{FF2B5EF4-FFF2-40B4-BE49-F238E27FC236}">
                  <a16:creationId xmlns:a16="http://schemas.microsoft.com/office/drawing/2014/main" id="{CB6CB975-8582-0CCD-303D-F40FAACD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404" r="65520"/>
            <a:stretch/>
          </p:blipFill>
          <p:spPr>
            <a:xfrm>
              <a:off x="4924012" y="1233236"/>
              <a:ext cx="1563624" cy="1911351"/>
            </a:xfrm>
            <a:prstGeom prst="rect">
              <a:avLst/>
            </a:prstGeom>
            <a:ln w="12700">
              <a:miter lim="400000"/>
            </a:ln>
            <a:effectLst/>
            <a:scene3d>
              <a:camera prst="orthographicFront"/>
              <a:lightRig rig="threePt" dir="t"/>
            </a:scene3d>
            <a:sp3d prstMaterial="matte"/>
          </p:spPr>
        </p:pic>
        <p:pic>
          <p:nvPicPr>
            <p:cNvPr id="25" name="E-Ladesaeule-Stromverteilung-02.png" descr="E-Ladesaeule-Stromverteilung-02.png">
              <a:extLst>
                <a:ext uri="{FF2B5EF4-FFF2-40B4-BE49-F238E27FC236}">
                  <a16:creationId xmlns:a16="http://schemas.microsoft.com/office/drawing/2014/main" id="{9F3B9AA3-0B93-227F-440C-31E8D4710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404" r="65520"/>
            <a:stretch/>
          </p:blipFill>
          <p:spPr>
            <a:xfrm flipH="1">
              <a:off x="3890790" y="1233236"/>
              <a:ext cx="1563625" cy="1911351"/>
            </a:xfrm>
            <a:prstGeom prst="rect">
              <a:avLst/>
            </a:prstGeom>
            <a:ln w="12700">
              <a:miter lim="400000"/>
            </a:ln>
            <a:effectLst/>
            <a:scene3d>
              <a:camera prst="orthographicFront"/>
              <a:lightRig rig="threePt" dir="t"/>
            </a:scene3d>
            <a:sp3d prstMaterial="matte"/>
          </p:spPr>
        </p:pic>
      </p:grpSp>
      <p:sp>
        <p:nvSpPr>
          <p:cNvPr id="32" name="Textfeld 31">
            <a:extLst>
              <a:ext uri="{FF2B5EF4-FFF2-40B4-BE49-F238E27FC236}">
                <a16:creationId xmlns:a16="http://schemas.microsoft.com/office/drawing/2014/main" id="{B946E739-0EDC-1DEB-35A1-7098F4EAB27A}"/>
              </a:ext>
            </a:extLst>
          </p:cNvPr>
          <p:cNvSpPr txBox="1"/>
          <p:nvPr/>
        </p:nvSpPr>
        <p:spPr>
          <a:xfrm>
            <a:off x="1100053" y="3615127"/>
            <a:ext cx="6752358" cy="20518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defTabSz="6350" hangingPunct="0">
              <a:lnSpc>
                <a:spcPct val="80000"/>
              </a:lnSpc>
              <a:spcBef>
                <a:spcPts val="1200"/>
              </a:spcBef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sz="2000" u="sng" kern="0" dirty="0">
                <a:solidFill>
                  <a:srgbClr val="3493B4"/>
                </a:solidFill>
                <a:latin typeface="Publico Headline Black"/>
                <a:ea typeface="Publico Headline Black"/>
                <a:cs typeface="Publico Headline Black"/>
                <a:sym typeface="Publico Headline Black"/>
              </a:rPr>
              <a:t>Was machen wir besser?</a:t>
            </a:r>
          </a:p>
          <a:p>
            <a:pPr marL="285750" indent="-285750" defTabSz="6350" hangingPunct="0">
              <a:lnSpc>
                <a:spcPct val="8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sz="2000" kern="0" dirty="0">
                <a:solidFill>
                  <a:srgbClr val="3493B4"/>
                </a:solidFill>
                <a:latin typeface="Publico Headline Black"/>
                <a:ea typeface="Publico Headline Black"/>
                <a:cs typeface="Publico Headline Black"/>
                <a:sym typeface="Publico Headline Black"/>
              </a:rPr>
              <a:t>Authentifizierung über Kartenleser mit den HM-Karten</a:t>
            </a:r>
          </a:p>
          <a:p>
            <a:pPr marL="285750" indent="-285750" defTabSz="6350" hangingPunct="0">
              <a:lnSpc>
                <a:spcPct val="8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sz="2000" kern="0" dirty="0">
                <a:solidFill>
                  <a:srgbClr val="3493B4"/>
                </a:solidFill>
                <a:latin typeface="Publico Headline Black"/>
                <a:ea typeface="Publico Headline Black"/>
                <a:cs typeface="Publico Headline Black"/>
                <a:sym typeface="Publico Headline Black"/>
              </a:rPr>
              <a:t>Optimierter Algorithmus für das Laden von mehreren E-Autos</a:t>
            </a:r>
          </a:p>
          <a:p>
            <a:pPr marL="285750" indent="-285750" defTabSz="6350" hangingPunct="0">
              <a:lnSpc>
                <a:spcPct val="8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sz="2000" kern="0" dirty="0">
                <a:solidFill>
                  <a:srgbClr val="3493B4"/>
                </a:solidFill>
                <a:latin typeface="Publico Headline Black"/>
                <a:ea typeface="Publico Headline Black"/>
                <a:cs typeface="Publico Headline Black"/>
                <a:sym typeface="Publico Headline Black"/>
              </a:rPr>
              <a:t>Anbinden von zusätzlichen Messgeräten</a:t>
            </a:r>
          </a:p>
          <a:p>
            <a:pPr marL="285750" indent="-285750" defTabSz="6350" hangingPunct="0">
              <a:lnSpc>
                <a:spcPct val="8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77800" algn="l"/>
                <a:tab pos="355600" algn="l"/>
                <a:tab pos="533400" algn="l"/>
                <a:tab pos="711200" algn="l"/>
                <a:tab pos="889000" algn="l"/>
                <a:tab pos="1066800" algn="l"/>
                <a:tab pos="1244600" algn="l"/>
                <a:tab pos="1422400" algn="l"/>
                <a:tab pos="1600200" algn="l"/>
                <a:tab pos="1778000" algn="l"/>
                <a:tab pos="1955800" algn="l"/>
                <a:tab pos="2133600" algn="l"/>
              </a:tabLst>
            </a:pPr>
            <a:r>
              <a:rPr lang="de-DE" sz="2000" kern="0" dirty="0">
                <a:solidFill>
                  <a:srgbClr val="3493B4"/>
                </a:solidFill>
                <a:latin typeface="Publico Headline Black"/>
                <a:ea typeface="Publico Headline Black"/>
                <a:cs typeface="Publico Headline Black"/>
                <a:sym typeface="Publico Headline Black"/>
              </a:rPr>
              <a:t>Benachrichtigung wenn Auto vollständig geladen</a:t>
            </a:r>
          </a:p>
        </p:txBody>
      </p:sp>
      <p:pic>
        <p:nvPicPr>
          <p:cNvPr id="3" name="Hängebrücke über dem Wasser bei Sonnenuntergang" descr="Hängebrücke über dem Wasser bei Sonnenuntergang">
            <a:extLst>
              <a:ext uri="{FF2B5EF4-FFF2-40B4-BE49-F238E27FC236}">
                <a16:creationId xmlns:a16="http://schemas.microsoft.com/office/drawing/2014/main" id="{82E7C0BF-5248-7314-37AE-5C90137F781B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4"/>
          <a:srcRect t="15154" b="33"/>
          <a:stretch>
            <a:fillRect/>
          </a:stretch>
        </p:blipFill>
        <p:spPr>
          <a:xfrm>
            <a:off x="8114704" y="1920205"/>
            <a:ext cx="3213696" cy="363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6636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6_FeatureStory">
  <a:themeElements>
    <a:clrScheme name="26_FeatureStory">
      <a:dk1>
        <a:srgbClr val="4A4A4A"/>
      </a:dk1>
      <a:lt1>
        <a:srgbClr val="F0EBE0"/>
      </a:lt1>
      <a:dk2>
        <a:srgbClr val="A7A7A7"/>
      </a:dk2>
      <a:lt2>
        <a:srgbClr val="535353"/>
      </a:lt2>
      <a:accent1>
        <a:srgbClr val="53BBE0"/>
      </a:accent1>
      <a:accent2>
        <a:srgbClr val="6DCFB9"/>
      </a:accent2>
      <a:accent3>
        <a:srgbClr val="90BF72"/>
      </a:accent3>
      <a:accent4>
        <a:srgbClr val="F2C449"/>
      </a:accent4>
      <a:accent5>
        <a:srgbClr val="FF4741"/>
      </a:accent5>
      <a:accent6>
        <a:srgbClr val="FF8700"/>
      </a:accent6>
      <a:hlink>
        <a:srgbClr val="0000FF"/>
      </a:hlink>
      <a:folHlink>
        <a:srgbClr val="FF00FF"/>
      </a:folHlink>
    </a:clrScheme>
    <a:fontScheme name="26_FeatureStory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6_Feature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EBE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27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sz="3600" b="0" i="0" u="none" strike="noStrike" cap="none" spc="0" normalizeH="0" baseline="0">
            <a:ln>
              <a:noFill/>
            </a:ln>
            <a:solidFill>
              <a:srgbClr val="4A4A4A"/>
            </a:solidFill>
            <a:effectLst/>
            <a:uFillTx/>
            <a:latin typeface="Publico Headline Black"/>
            <a:ea typeface="Publico Headline Black"/>
            <a:cs typeface="Publico Headline Black"/>
            <a:sym typeface="Publico Headline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27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sz="3600" b="0" i="0" u="none" strike="noStrike" cap="none" spc="0" normalizeH="0" baseline="0">
            <a:ln>
              <a:noFill/>
            </a:ln>
            <a:solidFill>
              <a:srgbClr val="4A4A4A"/>
            </a:solidFill>
            <a:effectLst/>
            <a:uFillTx/>
            <a:latin typeface="Publico Headline Black"/>
            <a:ea typeface="Publico Headline Black"/>
            <a:cs typeface="Publico Headline Black"/>
            <a:sym typeface="Publico Headline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Avenir Next Medium</vt:lpstr>
      <vt:lpstr>Helvetica</vt:lpstr>
      <vt:lpstr>Publico Headline Black</vt:lpstr>
      <vt:lpstr>Publico Headline Roman</vt:lpstr>
      <vt:lpstr>Publico Text Roman</vt:lpstr>
      <vt:lpstr>Publico Text Semibold</vt:lpstr>
      <vt:lpstr>26_FeatureStory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Häusler</dc:creator>
  <cp:lastModifiedBy>Florian Langlechner</cp:lastModifiedBy>
  <cp:revision>1</cp:revision>
  <dcterms:created xsi:type="dcterms:W3CDTF">2025-01-09T11:22:15Z</dcterms:created>
  <dcterms:modified xsi:type="dcterms:W3CDTF">2025-06-11T21:42:24Z</dcterms:modified>
</cp:coreProperties>
</file>