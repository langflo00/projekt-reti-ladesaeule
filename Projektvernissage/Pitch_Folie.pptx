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26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335B5F-FC59-4D30-B397-0DF10E20EB2E}" v="1" dt="2025-06-10T12:27:29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an Langlechner" userId="3ee614cba6c05fc5" providerId="LiveId" clId="{8087E867-1EC4-444D-B9F8-8BB387CDB92A}"/>
    <pc:docChg chg="undo custSel modSld">
      <pc:chgData name="Florian Langlechner" userId="3ee614cba6c05fc5" providerId="LiveId" clId="{8087E867-1EC4-444D-B9F8-8BB387CDB92A}" dt="2025-05-21T16:59:37.980" v="107" actId="20577"/>
      <pc:docMkLst>
        <pc:docMk/>
      </pc:docMkLst>
      <pc:sldChg chg="modSp mod">
        <pc:chgData name="Florian Langlechner" userId="3ee614cba6c05fc5" providerId="LiveId" clId="{8087E867-1EC4-444D-B9F8-8BB387CDB92A}" dt="2025-05-21T16:59:37.980" v="107" actId="20577"/>
        <pc:sldMkLst>
          <pc:docMk/>
          <pc:sldMk cId="2744666364" sldId="265"/>
        </pc:sldMkLst>
        <pc:spChg chg="mod">
          <ac:chgData name="Florian Langlechner" userId="3ee614cba6c05fc5" providerId="LiveId" clId="{8087E867-1EC4-444D-B9F8-8BB387CDB92A}" dt="2025-05-21T16:59:37.980" v="107" actId="20577"/>
          <ac:spMkLst>
            <pc:docMk/>
            <pc:sldMk cId="2744666364" sldId="265"/>
            <ac:spMk id="32" creationId="{B946E739-0EDC-1DEB-35A1-7098F4EAB27A}"/>
          </ac:spMkLst>
        </pc:spChg>
      </pc:sldChg>
    </pc:docChg>
  </pc:docChgLst>
  <pc:docChgLst>
    <pc:chgData name="Florian Langlechner" userId="3ee614cba6c05fc5" providerId="LiveId" clId="{C9335B5F-FC59-4D30-B397-0DF10E20EB2E}"/>
    <pc:docChg chg="custSel modSld">
      <pc:chgData name="Florian Langlechner" userId="3ee614cba6c05fc5" providerId="LiveId" clId="{C9335B5F-FC59-4D30-B397-0DF10E20EB2E}" dt="2025-06-10T12:27:39.495" v="5" actId="1038"/>
      <pc:docMkLst>
        <pc:docMk/>
      </pc:docMkLst>
      <pc:sldChg chg="addSp delSp modSp mod">
        <pc:chgData name="Florian Langlechner" userId="3ee614cba6c05fc5" providerId="LiveId" clId="{C9335B5F-FC59-4D30-B397-0DF10E20EB2E}" dt="2025-06-10T12:27:39.495" v="5" actId="1038"/>
        <pc:sldMkLst>
          <pc:docMk/>
          <pc:sldMk cId="2744666364" sldId="265"/>
        </pc:sldMkLst>
        <pc:cxnChg chg="add mod">
          <ac:chgData name="Florian Langlechner" userId="3ee614cba6c05fc5" providerId="LiveId" clId="{C9335B5F-FC59-4D30-B397-0DF10E20EB2E}" dt="2025-06-10T12:27:39.495" v="5" actId="1038"/>
          <ac:cxnSpMkLst>
            <pc:docMk/>
            <pc:sldMk cId="2744666364" sldId="265"/>
            <ac:cxnSpMk id="3" creationId="{643F9BD7-4C41-21C6-A610-732D60EFFBD5}"/>
          </ac:cxnSpMkLst>
        </pc:cxnChg>
        <pc:cxnChg chg="del">
          <ac:chgData name="Florian Langlechner" userId="3ee614cba6c05fc5" providerId="LiveId" clId="{C9335B5F-FC59-4D30-B397-0DF10E20EB2E}" dt="2025-06-10T12:26:03.701" v="0" actId="478"/>
          <ac:cxnSpMkLst>
            <pc:docMk/>
            <pc:sldMk cId="2744666364" sldId="265"/>
            <ac:cxnSpMk id="30" creationId="{643F9BD7-4C41-21C6-A610-732D60EFFBD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ebene 1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Autor:in und Datum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Titel der Präsentation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 der Präsentation</a:t>
            </a:r>
          </a:p>
        </p:txBody>
      </p:sp>
      <p:sp>
        <p:nvSpPr>
          <p:cNvPr id="15" name="Textebene 1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63600" y="3625850"/>
            <a:ext cx="10464800" cy="1019142"/>
          </a:xfrm>
          <a:prstGeom prst="rect">
            <a:avLst/>
          </a:prstGeom>
        </p:spPr>
        <p:txBody>
          <a:bodyPr anchor="t"/>
          <a:lstStyle>
            <a:lvl1pPr defTabSz="292100">
              <a:lnSpc>
                <a:spcPct val="90000"/>
              </a:lnSpc>
              <a:defRPr sz="2200" b="0" cap="none" spc="-50">
                <a:solidFill>
                  <a:srgbClr val="227AAE"/>
                </a:solidFill>
              </a:defRPr>
            </a:lvl1pPr>
          </a:lstStyle>
          <a:p>
            <a:r>
              <a:t>Präsentationsuntertitel</a:t>
            </a:r>
          </a:p>
        </p:txBody>
      </p:sp>
      <p:sp>
        <p:nvSpPr>
          <p:cNvPr id="16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365733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pernhaus in Kopenhagen bei nächtlicher Beleuchtung vom anderen Ufer aus gesehen"/>
          <p:cNvSpPr>
            <a:spLocks noGrp="1"/>
          </p:cNvSpPr>
          <p:nvPr>
            <p:ph type="pic" idx="21"/>
          </p:nvPr>
        </p:nvSpPr>
        <p:spPr>
          <a:xfrm>
            <a:off x="-1" y="-1263650"/>
            <a:ext cx="12192002" cy="812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4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63600" y="5359400"/>
            <a:ext cx="10464800" cy="1012825"/>
          </a:xfrm>
          <a:prstGeom prst="rect">
            <a:avLst/>
          </a:prstGeom>
        </p:spPr>
        <p:txBody>
          <a:bodyPr anchor="t"/>
          <a:lstStyle>
            <a:lvl1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1pPr>
            <a:lvl2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2pPr>
            <a:lvl3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3pPr>
            <a:lvl4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4pPr>
            <a:lvl5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5pPr>
          </a:lstStyle>
          <a:p>
            <a:r>
              <a:t>Präsentationsuntertitel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Titel der Präsentation"/>
          <p:cNvSpPr txBox="1">
            <a:spLocks noGrp="1"/>
          </p:cNvSpPr>
          <p:nvPr>
            <p:ph type="title" hasCustomPrompt="1"/>
          </p:nvPr>
        </p:nvSpPr>
        <p:spPr>
          <a:xfrm>
            <a:off x="863600" y="3908623"/>
            <a:ext cx="10464800" cy="139997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Titel der Präsentation</a:t>
            </a:r>
          </a:p>
        </p:txBody>
      </p:sp>
      <p:sp>
        <p:nvSpPr>
          <p:cNvPr id="26" name="Autor:in und Datum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863600" y="501650"/>
            <a:ext cx="10464800" cy="2400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EBE0"/>
                </a:solidFill>
              </a:defRPr>
            </a:lvl1pPr>
          </a:lstStyle>
          <a:p>
            <a:r>
              <a:t>Autor:in und Datum</a:t>
            </a:r>
          </a:p>
        </p:txBody>
      </p:sp>
      <p:sp>
        <p:nvSpPr>
          <p:cNvPr id="27" name="Linien"/>
          <p:cNvSpPr/>
          <p:nvPr/>
        </p:nvSpPr>
        <p:spPr>
          <a:xfrm>
            <a:off x="431799" y="6426200"/>
            <a:ext cx="11328402" cy="0"/>
          </a:xfrm>
          <a:prstGeom prst="line">
            <a:avLst/>
          </a:prstGeom>
          <a:ln w="12700">
            <a:solidFill>
              <a:srgbClr val="FFFFFF">
                <a:alpha val="30000"/>
              </a:srgbClr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28" name="Linien"/>
          <p:cNvSpPr/>
          <p:nvPr/>
        </p:nvSpPr>
        <p:spPr>
          <a:xfrm>
            <a:off x="431799" y="444500"/>
            <a:ext cx="11328402" cy="0"/>
          </a:xfrm>
          <a:prstGeom prst="line">
            <a:avLst/>
          </a:prstGeom>
          <a:ln w="50800">
            <a:solidFill>
              <a:srgbClr val="FFFFFF">
                <a:alpha val="30000"/>
              </a:srgbClr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29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EBE0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3667749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 &amp;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Hängebrücke über dem Wasser bei Sonnenuntergang"/>
          <p:cNvSpPr>
            <a:spLocks noGrp="1"/>
          </p:cNvSpPr>
          <p:nvPr>
            <p:ph type="pic" idx="21"/>
          </p:nvPr>
        </p:nvSpPr>
        <p:spPr>
          <a:xfrm>
            <a:off x="-1676400" y="0"/>
            <a:ext cx="8001000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7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6832600" y="2197100"/>
            <a:ext cx="4635500" cy="1270000"/>
          </a:xfrm>
          <a:prstGeom prst="rect">
            <a:avLst/>
          </a:prstGeom>
        </p:spPr>
        <p:txBody>
          <a:bodyPr anchor="t"/>
          <a:lstStyle>
            <a:lvl1pPr algn="l">
              <a:defRPr sz="4000" spc="-40"/>
            </a:lvl1pPr>
          </a:lstStyle>
          <a:p>
            <a:r>
              <a:t>Folientitel</a:t>
            </a:r>
          </a:p>
        </p:txBody>
      </p:sp>
      <p:sp>
        <p:nvSpPr>
          <p:cNvPr id="38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832600" y="3505200"/>
            <a:ext cx="4635500" cy="1156319"/>
          </a:xfrm>
          <a:prstGeom prst="rect">
            <a:avLst/>
          </a:prstGeom>
        </p:spPr>
        <p:txBody>
          <a:bodyPr anchor="t"/>
          <a:lstStyle>
            <a:lvl1pPr algn="l" defTabSz="292100">
              <a:lnSpc>
                <a:spcPct val="80000"/>
              </a:lnSpc>
              <a:defRPr sz="2200" b="0" cap="none" spc="-22">
                <a:solidFill>
                  <a:srgbClr val="227AAE"/>
                </a:solidFill>
              </a:defRPr>
            </a:lvl1pPr>
            <a:lvl2pPr algn="l" defTabSz="292100">
              <a:lnSpc>
                <a:spcPct val="80000"/>
              </a:lnSpc>
              <a:defRPr sz="2200" b="0" cap="none" spc="-22">
                <a:solidFill>
                  <a:srgbClr val="227AAE"/>
                </a:solidFill>
              </a:defRPr>
            </a:lvl2pPr>
            <a:lvl3pPr algn="l" defTabSz="292100">
              <a:lnSpc>
                <a:spcPct val="80000"/>
              </a:lnSpc>
              <a:defRPr sz="2200" b="0" cap="none" spc="-22">
                <a:solidFill>
                  <a:srgbClr val="227AAE"/>
                </a:solidFill>
              </a:defRPr>
            </a:lvl3pPr>
            <a:lvl4pPr algn="l" defTabSz="292100">
              <a:lnSpc>
                <a:spcPct val="80000"/>
              </a:lnSpc>
              <a:defRPr sz="2200" b="0" cap="none" spc="-22">
                <a:solidFill>
                  <a:srgbClr val="227AAE"/>
                </a:solidFill>
              </a:defRPr>
            </a:lvl4pPr>
            <a:lvl5pPr algn="l" defTabSz="292100">
              <a:lnSpc>
                <a:spcPct val="80000"/>
              </a:lnSpc>
              <a:defRPr sz="2200" b="0" cap="none" spc="-22">
                <a:solidFill>
                  <a:srgbClr val="227AAE"/>
                </a:solidFill>
              </a:defRPr>
            </a:lvl5pPr>
          </a:lstStyle>
          <a:p>
            <a:r>
              <a:t>Folien-Untertitel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9" name="Autor:in und Datum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832600" y="1873250"/>
            <a:ext cx="4635500" cy="241300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Autor:in und Datum</a:t>
            </a:r>
          </a:p>
        </p:txBody>
      </p:sp>
      <p:sp>
        <p:nvSpPr>
          <p:cNvPr id="40" name="Linien"/>
          <p:cNvSpPr/>
          <p:nvPr/>
        </p:nvSpPr>
        <p:spPr>
          <a:xfrm>
            <a:off x="6832600" y="1860550"/>
            <a:ext cx="4641851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41" name="Linien"/>
          <p:cNvSpPr/>
          <p:nvPr/>
        </p:nvSpPr>
        <p:spPr>
          <a:xfrm>
            <a:off x="6832600" y="4762500"/>
            <a:ext cx="4641851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42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661138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&amp;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863600" y="869950"/>
            <a:ext cx="10464800" cy="1612679"/>
          </a:xfrm>
          <a:prstGeom prst="rect">
            <a:avLst/>
          </a:prstGeom>
        </p:spPr>
        <p:txBody>
          <a:bodyPr anchor="t"/>
          <a:lstStyle/>
          <a:p>
            <a:r>
              <a:t>Folientitel</a:t>
            </a:r>
          </a:p>
        </p:txBody>
      </p:sp>
      <p:sp>
        <p:nvSpPr>
          <p:cNvPr id="50" name="Textebene 1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Autor:in und Datum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1" name="Textebene 1…"/>
          <p:cNvSpPr txBox="1">
            <a:spLocks noGrp="1"/>
          </p:cNvSpPr>
          <p:nvPr>
            <p:ph type="body" sz="half" idx="21" hasCustomPrompt="1"/>
          </p:nvPr>
        </p:nvSpPr>
        <p:spPr>
          <a:xfrm>
            <a:off x="863600" y="2482850"/>
            <a:ext cx="10464800" cy="3082925"/>
          </a:xfrm>
          <a:prstGeom prst="rect">
            <a:avLst/>
          </a:prstGeom>
        </p:spPr>
        <p:txBody>
          <a:bodyPr numCol="2" spcCol="1046480" anchor="t"/>
          <a:lstStyle>
            <a:lvl1pPr marL="2413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Text für Folienpunkt</a:t>
            </a:r>
          </a:p>
        </p:txBody>
      </p:sp>
      <p:sp>
        <p:nvSpPr>
          <p:cNvPr id="52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130687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ebene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63600" y="2482850"/>
            <a:ext cx="10464800" cy="3082925"/>
          </a:xfrm>
          <a:prstGeom prst="rect">
            <a:avLst/>
          </a:prstGeom>
        </p:spPr>
        <p:txBody>
          <a:bodyPr numCol="2" spcCol="1046480" anchor="t"/>
          <a:lstStyle>
            <a:lvl1pPr marL="2413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4826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7239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9652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12065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Text für Folienpunkt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0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519640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, Punkte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828671" y="1542376"/>
            <a:ext cx="4635501" cy="2284414"/>
          </a:xfrm>
          <a:prstGeom prst="rect">
            <a:avLst/>
          </a:prstGeom>
        </p:spPr>
        <p:txBody>
          <a:bodyPr anchor="t"/>
          <a:lstStyle>
            <a:lvl1pPr marL="2413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4826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7239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9652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12065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Text für Folienpunkt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8" name="Hängebrücke über dem Wasser bei Sonnenuntergang"/>
          <p:cNvSpPr>
            <a:spLocks noGrp="1"/>
          </p:cNvSpPr>
          <p:nvPr>
            <p:ph type="pic" idx="21"/>
          </p:nvPr>
        </p:nvSpPr>
        <p:spPr>
          <a:xfrm>
            <a:off x="-1676400" y="0"/>
            <a:ext cx="8001000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9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6832599" y="840114"/>
            <a:ext cx="4635501" cy="1270001"/>
          </a:xfrm>
          <a:prstGeom prst="rect">
            <a:avLst/>
          </a:prstGeom>
        </p:spPr>
        <p:txBody>
          <a:bodyPr anchor="t"/>
          <a:lstStyle>
            <a:lvl1pPr algn="l">
              <a:defRPr sz="4000" spc="-40"/>
            </a:lvl1pPr>
          </a:lstStyle>
          <a:p>
            <a:r>
              <a:t>Folientitel</a:t>
            </a:r>
          </a:p>
        </p:txBody>
      </p:sp>
      <p:sp>
        <p:nvSpPr>
          <p:cNvPr id="70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5317993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, Punkte &amp; Livevideo –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832600" y="3817938"/>
            <a:ext cx="4635500" cy="2284413"/>
          </a:xfrm>
          <a:prstGeom prst="rect">
            <a:avLst/>
          </a:prstGeom>
        </p:spPr>
        <p:txBody>
          <a:bodyPr anchor="t"/>
          <a:lstStyle>
            <a:lvl1pPr marL="2413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4826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7239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9652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12065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Text für Folienpunkt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8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6832600" y="2197100"/>
            <a:ext cx="4635500" cy="1270000"/>
          </a:xfrm>
          <a:prstGeom prst="rect">
            <a:avLst/>
          </a:prstGeom>
        </p:spPr>
        <p:txBody>
          <a:bodyPr anchor="t"/>
          <a:lstStyle>
            <a:lvl1pPr algn="l">
              <a:defRPr sz="4000" spc="-40"/>
            </a:lvl1pPr>
          </a:lstStyle>
          <a:p>
            <a:r>
              <a:t>Folientitel</a:t>
            </a:r>
          </a:p>
        </p:txBody>
      </p:sp>
      <p:sp>
        <p:nvSpPr>
          <p:cNvPr id="79" name="Autor:in und Datum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832600" y="1870305"/>
            <a:ext cx="4635500" cy="241301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Autor:in und Datum</a:t>
            </a:r>
          </a:p>
        </p:txBody>
      </p:sp>
      <p:sp>
        <p:nvSpPr>
          <p:cNvPr id="80" name="Linien"/>
          <p:cNvSpPr/>
          <p:nvPr/>
        </p:nvSpPr>
        <p:spPr>
          <a:xfrm>
            <a:off x="6832600" y="1860550"/>
            <a:ext cx="4641851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81" name="Linien"/>
          <p:cNvSpPr/>
          <p:nvPr/>
        </p:nvSpPr>
        <p:spPr>
          <a:xfrm>
            <a:off x="6832600" y="3505200"/>
            <a:ext cx="4641851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82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274153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, Punkte &amp; Livevideo –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832600" y="3817938"/>
            <a:ext cx="4635500" cy="2284413"/>
          </a:xfrm>
          <a:prstGeom prst="rect">
            <a:avLst/>
          </a:prstGeom>
        </p:spPr>
        <p:txBody>
          <a:bodyPr anchor="t"/>
          <a:lstStyle>
            <a:lvl1pPr marL="2413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4826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7239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9652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12065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Text für Folienpunkt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0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6832600" y="2197100"/>
            <a:ext cx="4635500" cy="1270000"/>
          </a:xfrm>
          <a:prstGeom prst="rect">
            <a:avLst/>
          </a:prstGeom>
        </p:spPr>
        <p:txBody>
          <a:bodyPr anchor="t"/>
          <a:lstStyle>
            <a:lvl1pPr algn="l">
              <a:defRPr sz="4000" spc="-40"/>
            </a:lvl1pPr>
          </a:lstStyle>
          <a:p>
            <a:r>
              <a:t>Folientitel</a:t>
            </a:r>
          </a:p>
        </p:txBody>
      </p:sp>
      <p:sp>
        <p:nvSpPr>
          <p:cNvPr id="91" name="Autor:in und Datum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832600" y="1870305"/>
            <a:ext cx="4635500" cy="241301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Autor:in und Datum</a:t>
            </a:r>
          </a:p>
        </p:txBody>
      </p:sp>
      <p:sp>
        <p:nvSpPr>
          <p:cNvPr id="92" name="Linien"/>
          <p:cNvSpPr/>
          <p:nvPr/>
        </p:nvSpPr>
        <p:spPr>
          <a:xfrm>
            <a:off x="6832600" y="1860550"/>
            <a:ext cx="4641851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93" name="Linien"/>
          <p:cNvSpPr/>
          <p:nvPr/>
        </p:nvSpPr>
        <p:spPr>
          <a:xfrm>
            <a:off x="6832600" y="3505200"/>
            <a:ext cx="4641851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94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442158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bschnitt">
    <p:bg>
      <p:bgPr>
        <a:solidFill>
          <a:srgbClr val="227A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el des Abschnitts"/>
          <p:cNvSpPr txBox="1">
            <a:spLocks noGrp="1"/>
          </p:cNvSpPr>
          <p:nvPr>
            <p:ph type="title" hasCustomPrompt="1"/>
          </p:nvPr>
        </p:nvSpPr>
        <p:spPr>
          <a:xfrm>
            <a:off x="863600" y="2705100"/>
            <a:ext cx="10464800" cy="1270000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Titel des Abschnitts</a:t>
            </a:r>
          </a:p>
        </p:txBody>
      </p:sp>
      <p:sp>
        <p:nvSpPr>
          <p:cNvPr id="102" name="Linien"/>
          <p:cNvSpPr/>
          <p:nvPr/>
        </p:nvSpPr>
        <p:spPr>
          <a:xfrm>
            <a:off x="431799" y="6426200"/>
            <a:ext cx="11328402" cy="0"/>
          </a:xfrm>
          <a:prstGeom prst="line">
            <a:avLst/>
          </a:prstGeom>
          <a:ln w="12700">
            <a:solidFill>
              <a:srgbClr val="EFEBD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103" name="Linien"/>
          <p:cNvSpPr/>
          <p:nvPr/>
        </p:nvSpPr>
        <p:spPr>
          <a:xfrm>
            <a:off x="431799" y="444500"/>
            <a:ext cx="11328402" cy="0"/>
          </a:xfrm>
          <a:prstGeom prst="line">
            <a:avLst/>
          </a:prstGeom>
          <a:ln w="50800">
            <a:solidFill>
              <a:srgbClr val="EFEBD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104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EBE0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073121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863600" y="869950"/>
            <a:ext cx="10464800" cy="1614786"/>
          </a:xfrm>
          <a:prstGeom prst="rect">
            <a:avLst/>
          </a:prstGeom>
        </p:spPr>
        <p:txBody>
          <a:bodyPr anchor="t"/>
          <a:lstStyle/>
          <a:p>
            <a:r>
              <a:t>Folientitel</a:t>
            </a:r>
          </a:p>
        </p:txBody>
      </p:sp>
      <p:sp>
        <p:nvSpPr>
          <p:cNvPr id="112" name="Textebene 1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Autor:in und Datum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65334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Agenda-Titel"/>
          <p:cNvSpPr txBox="1">
            <a:spLocks noGrp="1"/>
          </p:cNvSpPr>
          <p:nvPr>
            <p:ph type="title" hasCustomPrompt="1"/>
          </p:nvPr>
        </p:nvSpPr>
        <p:spPr>
          <a:xfrm>
            <a:off x="863600" y="869950"/>
            <a:ext cx="10464800" cy="1650058"/>
          </a:xfrm>
          <a:prstGeom prst="rect">
            <a:avLst/>
          </a:prstGeom>
        </p:spPr>
        <p:txBody>
          <a:bodyPr anchor="t"/>
          <a:lstStyle/>
          <a:p>
            <a:r>
              <a:t>Agenda-Titel</a:t>
            </a:r>
          </a:p>
        </p:txBody>
      </p:sp>
      <p:sp>
        <p:nvSpPr>
          <p:cNvPr id="121" name="Textebene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63600" y="2521629"/>
            <a:ext cx="10464800" cy="3086101"/>
          </a:xfrm>
          <a:prstGeom prst="rect">
            <a:avLst/>
          </a:prstGeom>
        </p:spPr>
        <p:txBody>
          <a:bodyPr anchor="t"/>
          <a:lstStyle>
            <a:lvl1pPr algn="l" defTabSz="6350">
              <a:spcBef>
                <a:spcPts val="1200"/>
              </a:spcBef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2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algn="l" defTabSz="6350">
              <a:spcBef>
                <a:spcPts val="1200"/>
              </a:spcBef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2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algn="l" defTabSz="6350">
              <a:spcBef>
                <a:spcPts val="1200"/>
              </a:spcBef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2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algn="l" defTabSz="6350">
              <a:spcBef>
                <a:spcPts val="1200"/>
              </a:spcBef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2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algn="l" defTabSz="6350">
              <a:spcBef>
                <a:spcPts val="1200"/>
              </a:spcBef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2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Agendathemen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2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5935071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ufstel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63600" y="2640943"/>
            <a:ext cx="10464800" cy="1568451"/>
          </a:xfrm>
          <a:prstGeom prst="rect">
            <a:avLst/>
          </a:prstGeom>
        </p:spPr>
        <p:txBody>
          <a:bodyPr/>
          <a:lstStyle>
            <a:lvl1pPr defTabSz="292100">
              <a:lnSpc>
                <a:spcPct val="80000"/>
              </a:lnSpc>
              <a:defRPr sz="4300" b="0" cap="none" spc="-43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1pPr>
            <a:lvl2pPr defTabSz="292100">
              <a:lnSpc>
                <a:spcPct val="80000"/>
              </a:lnSpc>
              <a:defRPr sz="4300" b="0" cap="none" spc="-43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2pPr>
            <a:lvl3pPr defTabSz="292100">
              <a:lnSpc>
                <a:spcPct val="80000"/>
              </a:lnSpc>
              <a:defRPr sz="4300" b="0" cap="none" spc="-43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3pPr>
            <a:lvl4pPr defTabSz="292100">
              <a:lnSpc>
                <a:spcPct val="80000"/>
              </a:lnSpc>
              <a:defRPr sz="4300" b="0" cap="none" spc="-43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4pPr>
            <a:lvl5pPr defTabSz="292100">
              <a:lnSpc>
                <a:spcPct val="80000"/>
              </a:lnSpc>
              <a:defRPr sz="4300" b="0" cap="none" spc="-43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5pPr>
          </a:lstStyle>
          <a:p>
            <a:r>
              <a:t>Aufstellung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0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363171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akt (groß)">
    <p:bg>
      <p:bgPr>
        <a:solidFill>
          <a:srgbClr val="227A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63600" y="4305983"/>
            <a:ext cx="10464800" cy="454407"/>
          </a:xfrm>
          <a:prstGeom prst="rect">
            <a:avLst/>
          </a:prstGeom>
        </p:spPr>
        <p:txBody>
          <a:bodyPr anchor="t"/>
          <a:lstStyle>
            <a:lvl1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1pPr>
            <a:lvl2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2pPr>
            <a:lvl3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3pPr>
            <a:lvl4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4pPr>
            <a:lvl5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5pPr>
          </a:lstStyle>
          <a:p>
            <a:r>
              <a:t>Fakten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8" name="Linien"/>
          <p:cNvSpPr/>
          <p:nvPr/>
        </p:nvSpPr>
        <p:spPr>
          <a:xfrm>
            <a:off x="431799" y="6426200"/>
            <a:ext cx="11328402" cy="0"/>
          </a:xfrm>
          <a:prstGeom prst="line">
            <a:avLst/>
          </a:prstGeom>
          <a:ln w="12700">
            <a:solidFill>
              <a:srgbClr val="EFEBD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139" name="Linien"/>
          <p:cNvSpPr/>
          <p:nvPr/>
        </p:nvSpPr>
        <p:spPr>
          <a:xfrm>
            <a:off x="431799" y="444500"/>
            <a:ext cx="11328402" cy="0"/>
          </a:xfrm>
          <a:prstGeom prst="line">
            <a:avLst/>
          </a:prstGeom>
          <a:ln w="50800">
            <a:solidFill>
              <a:srgbClr val="EFEBD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140" name="Textebene 1…"/>
          <p:cNvSpPr txBox="1">
            <a:spLocks noGrp="1"/>
          </p:cNvSpPr>
          <p:nvPr>
            <p:ph type="body" idx="21" hasCustomPrompt="1"/>
          </p:nvPr>
        </p:nvSpPr>
        <p:spPr>
          <a:xfrm>
            <a:off x="863600" y="549311"/>
            <a:ext cx="10464800" cy="3730590"/>
          </a:xfrm>
          <a:prstGeom prst="rect">
            <a:avLst/>
          </a:prstGeom>
        </p:spPr>
        <p:txBody>
          <a:bodyPr anchor="b"/>
          <a:lstStyle/>
          <a:p>
            <a:pPr lvl="4" indent="548640" defTabSz="116840">
              <a:lnSpc>
                <a:spcPct val="70000"/>
              </a:lnSpc>
              <a:defRPr sz="12000" cap="none" spc="-119">
                <a:solidFill>
                  <a:srgbClr val="FFFFFF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pPr>
            <a:r>
              <a:t>100 %
</a:t>
            </a:r>
          </a:p>
        </p:txBody>
      </p:sp>
      <p:sp>
        <p:nvSpPr>
          <p:cNvPr id="141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EBE0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250391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Das Dänische Königliche Schauspielhaus, ein modernes am Wasser gelegenes Gebäude in Kopenhagen, vom Hafen aus gesehen bei Sonnenuntergang"/>
          <p:cNvSpPr>
            <a:spLocks noGrp="1"/>
          </p:cNvSpPr>
          <p:nvPr>
            <p:ph type="pic" idx="21"/>
          </p:nvPr>
        </p:nvSpPr>
        <p:spPr>
          <a:xfrm>
            <a:off x="-12700" y="-2679700"/>
            <a:ext cx="12211050" cy="122110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49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04850" y="1059942"/>
            <a:ext cx="5387793" cy="968209"/>
          </a:xfrm>
          <a:prstGeom prst="rect">
            <a:avLst/>
          </a:prstGeom>
        </p:spPr>
        <p:txBody>
          <a:bodyPr anchor="t"/>
          <a:lstStyle>
            <a:lvl1pPr defTabSz="292100">
              <a:lnSpc>
                <a:spcPct val="90000"/>
              </a:lnSpc>
              <a:defRPr sz="2900" b="0" cap="none" spc="-29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1pPr>
            <a:lvl2pPr defTabSz="292100">
              <a:lnSpc>
                <a:spcPct val="90000"/>
              </a:lnSpc>
              <a:defRPr sz="2900" b="0" cap="none" spc="-29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2pPr>
            <a:lvl3pPr defTabSz="292100">
              <a:lnSpc>
                <a:spcPct val="90000"/>
              </a:lnSpc>
              <a:defRPr sz="2900" b="0" cap="none" spc="-29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3pPr>
            <a:lvl4pPr defTabSz="292100">
              <a:lnSpc>
                <a:spcPct val="90000"/>
              </a:lnSpc>
              <a:defRPr sz="2900" b="0" cap="none" spc="-29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4pPr>
            <a:lvl5pPr defTabSz="292100">
              <a:lnSpc>
                <a:spcPct val="90000"/>
              </a:lnSpc>
              <a:defRPr sz="2900" b="0" cap="none" spc="-29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5pPr>
          </a:lstStyle>
          <a:p>
            <a:r>
              <a:t>„Bemerkenswert“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0" name="Quellenangab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704850" y="2025727"/>
            <a:ext cx="5387793" cy="271527"/>
          </a:xfrm>
          <a:prstGeom prst="rect">
            <a:avLst/>
          </a:prstGeom>
        </p:spPr>
        <p:txBody>
          <a:bodyPr/>
          <a:lstStyle>
            <a:lvl1pPr defTabSz="6350"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200" b="0" cap="none">
                <a:latin typeface="Publico Text Semibold"/>
                <a:ea typeface="Publico Text Semibold"/>
                <a:cs typeface="Publico Text Semibold"/>
                <a:sym typeface="Publico Text Semibold"/>
              </a:defRPr>
            </a:lvl1pPr>
          </a:lstStyle>
          <a:p>
            <a:r>
              <a:t>Quellenangabe</a:t>
            </a:r>
          </a:p>
        </p:txBody>
      </p:sp>
      <p:sp>
        <p:nvSpPr>
          <p:cNvPr id="151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717268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to - 3 Stü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Das Dänische Königliche Schauspielhaus, ein modernes am Wasser gelegenes Gebäude in Kopenhagen, vom Hafen aus gesehen bei Sonnenuntergang"/>
          <p:cNvSpPr>
            <a:spLocks noGrp="1"/>
          </p:cNvSpPr>
          <p:nvPr>
            <p:ph type="pic" sz="quarter" idx="21"/>
          </p:nvPr>
        </p:nvSpPr>
        <p:spPr>
          <a:xfrm>
            <a:off x="7363621" y="2809098"/>
            <a:ext cx="3938731" cy="393873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59" name="Der schwarze Diamant, ein moderner am Wasser gelegener Anbau der Dänischen Königlichen Bibliothek in Kopenhagen bei nächtlicher Beleuchtung"/>
          <p:cNvSpPr>
            <a:spLocks noGrp="1"/>
          </p:cNvSpPr>
          <p:nvPr>
            <p:ph type="pic" sz="quarter" idx="22"/>
          </p:nvPr>
        </p:nvSpPr>
        <p:spPr>
          <a:xfrm>
            <a:off x="7350107" y="755650"/>
            <a:ext cx="3971926" cy="26479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60" name="Hängebrücke über dem Wasser bei Sonnenuntergang"/>
          <p:cNvSpPr>
            <a:spLocks noGrp="1"/>
          </p:cNvSpPr>
          <p:nvPr>
            <p:ph type="pic" idx="23"/>
          </p:nvPr>
        </p:nvSpPr>
        <p:spPr>
          <a:xfrm>
            <a:off x="889000" y="673100"/>
            <a:ext cx="6426200" cy="550817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61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184076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Luftaufnahme der Cirkelbroen-Brücke, einer modernen Fußgängerbrücke in Kopenhagen mit fünf kreisförmigen Plattformen"/>
          <p:cNvSpPr>
            <a:spLocks noGrp="1"/>
          </p:cNvSpPr>
          <p:nvPr>
            <p:ph type="pic" idx="21"/>
          </p:nvPr>
        </p:nvSpPr>
        <p:spPr>
          <a:xfrm>
            <a:off x="863600" y="-711200"/>
            <a:ext cx="10655300" cy="79946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69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5827018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26832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ien"/>
          <p:cNvSpPr/>
          <p:nvPr/>
        </p:nvSpPr>
        <p:spPr>
          <a:xfrm>
            <a:off x="431799" y="444500"/>
            <a:ext cx="11328402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3" name="Linien"/>
          <p:cNvSpPr/>
          <p:nvPr/>
        </p:nvSpPr>
        <p:spPr>
          <a:xfrm>
            <a:off x="431799" y="6426200"/>
            <a:ext cx="11328402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4" name="Textebene 1…"/>
          <p:cNvSpPr txBox="1">
            <a:spLocks noGrp="1"/>
          </p:cNvSpPr>
          <p:nvPr>
            <p:ph type="body" idx="1" hasCustomPrompt="1"/>
          </p:nvPr>
        </p:nvSpPr>
        <p:spPr>
          <a:xfrm>
            <a:off x="863600" y="501650"/>
            <a:ext cx="1046480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Autor:in und Datum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" name="Titel der Präsentation"/>
          <p:cNvSpPr txBox="1">
            <a:spLocks noGrp="1"/>
          </p:cNvSpPr>
          <p:nvPr>
            <p:ph type="title" hasCustomPrompt="1"/>
          </p:nvPr>
        </p:nvSpPr>
        <p:spPr>
          <a:xfrm>
            <a:off x="863600" y="2214240"/>
            <a:ext cx="10464800" cy="1398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Titel der Präsentation</a:t>
            </a:r>
          </a:p>
        </p:txBody>
      </p:sp>
      <p:sp>
        <p:nvSpPr>
          <p:cNvPr id="6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0089" y="6483559"/>
            <a:ext cx="331822" cy="24109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410765">
              <a:lnSpc>
                <a:spcPct val="100000"/>
              </a:lnSpc>
              <a:spcBef>
                <a:spcPts val="0"/>
              </a:spcBef>
              <a:tabLst/>
              <a:defRPr sz="900">
                <a:solidFill>
                  <a:srgbClr val="227AA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0622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ransition spd="med"/>
  <p:txStyles>
    <p:titleStyle>
      <a:lvl1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1pPr>
      <a:lvl2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2pPr>
      <a:lvl3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3pPr>
      <a:lvl4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4pPr>
      <a:lvl5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5pPr>
      <a:lvl6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6pPr>
      <a:lvl7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7pPr>
      <a:lvl8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8pPr>
      <a:lvl9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9pPr>
    </p:titleStyle>
    <p:bodyStyle>
      <a:lvl1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1pPr>
      <a:lvl2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2pPr>
      <a:lvl3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3pPr>
      <a:lvl4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4pPr>
      <a:lvl5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5pPr>
      <a:lvl6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6pPr>
      <a:lvl7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7pPr>
      <a:lvl8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8pPr>
      <a:lvl9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9pPr>
    </p:bodyStyle>
    <p:otherStyle>
      <a:lvl1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1pPr>
      <a:lvl2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2pPr>
      <a:lvl3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3pPr>
      <a:lvl4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4pPr>
      <a:lvl5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5pPr>
      <a:lvl6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6pPr>
      <a:lvl7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7pPr>
      <a:lvl8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8pPr>
      <a:lvl9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FDAC0-C19D-0BA3-44CB-A8E7C9A8C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jekt Lademanagement">
            <a:extLst>
              <a:ext uri="{FF2B5EF4-FFF2-40B4-BE49-F238E27FC236}">
                <a16:creationId xmlns:a16="http://schemas.microsoft.com/office/drawing/2014/main" id="{BF53B514-0213-12B6-396E-0E22E346FA94}"/>
              </a:ext>
            </a:extLst>
          </p:cNvPr>
          <p:cNvSpPr txBox="1">
            <a:spLocks/>
          </p:cNvSpPr>
          <p:nvPr/>
        </p:nvSpPr>
        <p:spPr>
          <a:xfrm>
            <a:off x="863600" y="540011"/>
            <a:ext cx="10464800" cy="1398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t">
            <a:normAutofit/>
          </a:bodyPr>
          <a:lstStyle>
            <a:lvl1pPr marL="0" marR="0" indent="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-79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1pPr>
            <a:lvl2pPr marL="0" marR="0" indent="0" algn="ctr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0" b="0" i="0" u="none" strike="noStrike" cap="none" spc="-85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2pPr>
            <a:lvl3pPr marL="0" marR="0" indent="0" algn="ctr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0" b="0" i="0" u="none" strike="noStrike" cap="none" spc="-85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3pPr>
            <a:lvl4pPr marL="0" marR="0" indent="0" algn="ctr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0" b="0" i="0" u="none" strike="noStrike" cap="none" spc="-85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4pPr>
            <a:lvl5pPr marL="0" marR="0" indent="0" algn="ctr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0" b="0" i="0" u="none" strike="noStrike" cap="none" spc="-85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5pPr>
            <a:lvl6pPr marL="0" marR="0" indent="0" algn="ctr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0" b="0" i="0" u="none" strike="noStrike" cap="none" spc="-85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6pPr>
            <a:lvl7pPr marL="0" marR="0" indent="0" algn="ctr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0" b="0" i="0" u="none" strike="noStrike" cap="none" spc="-85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7pPr>
            <a:lvl8pPr marL="0" marR="0" indent="0" algn="ctr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0" b="0" i="0" u="none" strike="noStrike" cap="none" spc="-85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8pPr>
            <a:lvl9pPr marL="0" marR="0" indent="0" algn="ctr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0" b="0" i="0" u="none" strike="noStrike" cap="none" spc="-85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9pPr>
          </a:lstStyle>
          <a:p>
            <a:pPr algn="ctr" defTabSz="292100">
              <a:defRPr spc="-100"/>
            </a:pPr>
            <a:r>
              <a:rPr lang="de-DE" sz="4000" kern="0" spc="-50" dirty="0">
                <a:solidFill>
                  <a:srgbClr val="3493B4"/>
                </a:solidFill>
              </a:rPr>
              <a:t>Projekt Lademanagement </a:t>
            </a:r>
          </a:p>
        </p:txBody>
      </p:sp>
      <p:pic>
        <p:nvPicPr>
          <p:cNvPr id="9" name="LaMa_Logo.png" descr="LaMa_Logo.png">
            <a:extLst>
              <a:ext uri="{FF2B5EF4-FFF2-40B4-BE49-F238E27FC236}">
                <a16:creationId xmlns:a16="http://schemas.microsoft.com/office/drawing/2014/main" id="{EF77C464-DCEA-D935-718E-505EE575C32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3735" y="440633"/>
            <a:ext cx="1479572" cy="1479572"/>
          </a:xfrm>
          <a:prstGeom prst="rect">
            <a:avLst/>
          </a:prstGeom>
          <a:ln w="12700">
            <a:miter lim="400000"/>
          </a:ln>
        </p:spPr>
      </p:pic>
      <p:pic>
        <p:nvPicPr>
          <p:cNvPr id="24" name="E-Ladesaeule-Stromverteilung-02.png" descr="E-Ladesaeule-Stromverteilung-02.png">
            <a:extLst>
              <a:ext uri="{FF2B5EF4-FFF2-40B4-BE49-F238E27FC236}">
                <a16:creationId xmlns:a16="http://schemas.microsoft.com/office/drawing/2014/main" id="{CB6CB975-8582-0CCD-303D-F40FAACDC8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04" r="65520"/>
          <a:stretch/>
        </p:blipFill>
        <p:spPr>
          <a:xfrm>
            <a:off x="4924012" y="1233236"/>
            <a:ext cx="1563624" cy="1911351"/>
          </a:xfrm>
          <a:prstGeom prst="rect">
            <a:avLst/>
          </a:prstGeom>
          <a:ln w="12700">
            <a:miter lim="400000"/>
          </a:ln>
          <a:effectLst/>
          <a:scene3d>
            <a:camera prst="orthographicFront"/>
            <a:lightRig rig="threePt" dir="t"/>
          </a:scene3d>
          <a:sp3d prstMaterial="matte"/>
        </p:spPr>
      </p:pic>
      <p:pic>
        <p:nvPicPr>
          <p:cNvPr id="25" name="E-Ladesaeule-Stromverteilung-02.png" descr="E-Ladesaeule-Stromverteilung-02.png">
            <a:extLst>
              <a:ext uri="{FF2B5EF4-FFF2-40B4-BE49-F238E27FC236}">
                <a16:creationId xmlns:a16="http://schemas.microsoft.com/office/drawing/2014/main" id="{9F3B9AA3-0B93-227F-440C-31E8D47102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04" r="65520"/>
          <a:stretch/>
        </p:blipFill>
        <p:spPr>
          <a:xfrm flipH="1">
            <a:off x="3890790" y="1233236"/>
            <a:ext cx="1563625" cy="1911351"/>
          </a:xfrm>
          <a:prstGeom prst="rect">
            <a:avLst/>
          </a:prstGeom>
          <a:ln w="12700">
            <a:miter lim="400000"/>
          </a:ln>
          <a:effectLst/>
          <a:scene3d>
            <a:camera prst="orthographicFront"/>
            <a:lightRig rig="threePt" dir="t"/>
          </a:scene3d>
          <a:sp3d prstMaterial="matte"/>
        </p:spPr>
      </p:pic>
      <p:pic>
        <p:nvPicPr>
          <p:cNvPr id="26" name="E-Ladesaeule-Stromverteilung-02.png" descr="E-Ladesaeule-Stromverteilung-02.png">
            <a:extLst>
              <a:ext uri="{FF2B5EF4-FFF2-40B4-BE49-F238E27FC236}">
                <a16:creationId xmlns:a16="http://schemas.microsoft.com/office/drawing/2014/main" id="{5AAFB02C-22B5-43EE-F580-E8EE405B68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68" t="33409" r="65520" b="24032"/>
          <a:stretch/>
        </p:blipFill>
        <p:spPr>
          <a:xfrm flipH="1">
            <a:off x="3890790" y="2475539"/>
            <a:ext cx="1091965" cy="813460"/>
          </a:xfrm>
          <a:prstGeom prst="rect">
            <a:avLst/>
          </a:prstGeom>
          <a:ln w="12700">
            <a:miter lim="400000"/>
          </a:ln>
          <a:effectLst/>
          <a:scene3d>
            <a:camera prst="orthographicFront"/>
            <a:lightRig rig="threePt" dir="t"/>
          </a:scene3d>
          <a:sp3d prstMaterial="matte"/>
        </p:spPr>
      </p:pic>
      <p:pic>
        <p:nvPicPr>
          <p:cNvPr id="27" name="E-Ladesaeule-Stromverteilung-02.png" descr="E-Ladesaeule-Stromverteilung-02.png">
            <a:extLst>
              <a:ext uri="{FF2B5EF4-FFF2-40B4-BE49-F238E27FC236}">
                <a16:creationId xmlns:a16="http://schemas.microsoft.com/office/drawing/2014/main" id="{7DE06C89-AD08-AFC6-0E49-B4B36E26FC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68" t="33409" r="65520" b="24032"/>
          <a:stretch/>
        </p:blipFill>
        <p:spPr>
          <a:xfrm>
            <a:off x="5395671" y="2475539"/>
            <a:ext cx="1091965" cy="813460"/>
          </a:xfrm>
          <a:prstGeom prst="rect">
            <a:avLst/>
          </a:prstGeom>
          <a:ln w="12700">
            <a:miter lim="400000"/>
          </a:ln>
          <a:effectLst/>
          <a:scene3d>
            <a:camera prst="orthographicFront"/>
            <a:lightRig rig="threePt" dir="t"/>
          </a:scene3d>
          <a:sp3d prstMaterial="matte"/>
        </p:spPr>
      </p:pic>
      <p:cxnSp>
        <p:nvCxnSpPr>
          <p:cNvPr id="28" name="Gewinkelte Verbindung 27">
            <a:extLst>
              <a:ext uri="{FF2B5EF4-FFF2-40B4-BE49-F238E27FC236}">
                <a16:creationId xmlns:a16="http://schemas.microsoft.com/office/drawing/2014/main" id="{02512A11-8927-CD23-2940-670CFF548F8D}"/>
              </a:ext>
            </a:extLst>
          </p:cNvPr>
          <p:cNvCxnSpPr>
            <a:cxnSpLocks/>
          </p:cNvCxnSpPr>
          <p:nvPr/>
        </p:nvCxnSpPr>
        <p:spPr>
          <a:xfrm>
            <a:off x="5177256" y="2662943"/>
            <a:ext cx="1031825" cy="837146"/>
          </a:xfrm>
          <a:prstGeom prst="bentConnector3">
            <a:avLst>
              <a:gd name="adj1" fmla="val -369"/>
            </a:avLst>
          </a:prstGeom>
          <a:noFill/>
          <a:ln w="60325" cap="flat">
            <a:solidFill>
              <a:srgbClr val="223086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E1D1D819-9F8D-0859-4285-68ED1D0969D6}"/>
              </a:ext>
            </a:extLst>
          </p:cNvPr>
          <p:cNvSpPr/>
          <p:nvPr/>
        </p:nvSpPr>
        <p:spPr>
          <a:xfrm>
            <a:off x="6424431" y="3279365"/>
            <a:ext cx="518845" cy="426784"/>
          </a:xfrm>
          <a:prstGeom prst="rect">
            <a:avLst/>
          </a:prstGeom>
          <a:solidFill>
            <a:srgbClr val="F0EBE0"/>
          </a:solidFill>
          <a:ln w="50800" cap="flat">
            <a:solidFill>
              <a:srgbClr val="223086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defTabSz="6350" hangingPunct="0">
              <a:lnSpc>
                <a:spcPct val="80000"/>
              </a:lnSpc>
              <a:spcBef>
                <a:spcPts val="1200"/>
              </a:spcBef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</a:pPr>
            <a:endParaRPr lang="de-DE" kern="0">
              <a:solidFill>
                <a:srgbClr val="223086"/>
              </a:solidFill>
              <a:latin typeface="Publico Headline Black"/>
              <a:ea typeface="Publico Headline Black"/>
              <a:cs typeface="Publico Headline Black"/>
              <a:sym typeface="Publico Headline Black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B4B9EF5-5879-1BA4-29A3-03BD580666FA}"/>
              </a:ext>
            </a:extLst>
          </p:cNvPr>
          <p:cNvSpPr txBox="1"/>
          <p:nvPr/>
        </p:nvSpPr>
        <p:spPr>
          <a:xfrm>
            <a:off x="7217834" y="3129483"/>
            <a:ext cx="1486969" cy="6483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defTabSz="6350" hangingPunct="0">
              <a:lnSpc>
                <a:spcPct val="80000"/>
              </a:lnSpc>
              <a:spcBef>
                <a:spcPts val="1200"/>
              </a:spcBef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</a:pPr>
            <a:r>
              <a:rPr lang="de-DE" kern="0" dirty="0">
                <a:solidFill>
                  <a:srgbClr val="3493B4"/>
                </a:solidFill>
                <a:latin typeface="Publico Headline Black"/>
                <a:sym typeface="Publico Headline Black"/>
              </a:rPr>
              <a:t>35 A Sicherung </a:t>
            </a:r>
            <a:endParaRPr lang="de-DE" kern="0" dirty="0">
              <a:solidFill>
                <a:srgbClr val="3493B4"/>
              </a:solidFill>
              <a:latin typeface="Publico Headline Black"/>
              <a:ea typeface="Publico Headline Black"/>
              <a:cs typeface="Publico Headline Black"/>
              <a:sym typeface="Publico Headline Black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B946E739-0EDC-1DEB-35A1-7098F4EAB27A}"/>
              </a:ext>
            </a:extLst>
          </p:cNvPr>
          <p:cNvSpPr txBox="1"/>
          <p:nvPr/>
        </p:nvSpPr>
        <p:spPr>
          <a:xfrm>
            <a:off x="1100052" y="3864423"/>
            <a:ext cx="10218057" cy="15532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defTabSz="6350" hangingPunct="0">
              <a:lnSpc>
                <a:spcPct val="80000"/>
              </a:lnSpc>
              <a:spcBef>
                <a:spcPts val="1200"/>
              </a:spcBef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</a:pPr>
            <a:r>
              <a:rPr lang="de-DE" u="sng" kern="0" dirty="0">
                <a:solidFill>
                  <a:srgbClr val="3493B4"/>
                </a:solidFill>
                <a:latin typeface="Publico Headline Black"/>
                <a:sym typeface="Publico Headline Black"/>
              </a:rPr>
              <a:t>Lösung</a:t>
            </a:r>
            <a:r>
              <a:rPr lang="de-DE" kern="0" dirty="0">
                <a:solidFill>
                  <a:srgbClr val="3493B4"/>
                </a:solidFill>
                <a:latin typeface="Publico Headline Black"/>
                <a:sym typeface="Publico Headline Black"/>
              </a:rPr>
              <a:t>:   </a:t>
            </a:r>
            <a:r>
              <a:rPr lang="de-DE" kern="0" dirty="0" err="1">
                <a:solidFill>
                  <a:srgbClr val="3493B4"/>
                </a:solidFill>
                <a:latin typeface="Publico Headline Black"/>
                <a:sym typeface="Publico Headline Black"/>
              </a:rPr>
              <a:t>LaMa</a:t>
            </a:r>
            <a:r>
              <a:rPr lang="de-DE" kern="0" dirty="0">
                <a:solidFill>
                  <a:srgbClr val="3493B4"/>
                </a:solidFill>
                <a:latin typeface="Publico Headline Black"/>
                <a:sym typeface="Publico Headline Black"/>
              </a:rPr>
              <a:t>-Ladealgorithmus, </a:t>
            </a:r>
          </a:p>
          <a:p>
            <a:pPr marL="285750" indent="-285750" defTabSz="6350" hangingPunct="0">
              <a:lnSpc>
                <a:spcPct val="8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</a:pPr>
            <a:r>
              <a:rPr lang="de-DE" kern="0" dirty="0">
                <a:solidFill>
                  <a:srgbClr val="3493B4"/>
                </a:solidFill>
                <a:latin typeface="Publico Headline Black"/>
                <a:sym typeface="Publico Headline Black"/>
              </a:rPr>
              <a:t>Stromfluss dynamisch für die Autos einstellt &amp; überwacht </a:t>
            </a:r>
          </a:p>
          <a:p>
            <a:pPr marL="285750" indent="-285750" defTabSz="6350" hangingPunct="0">
              <a:lnSpc>
                <a:spcPct val="8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</a:pPr>
            <a:r>
              <a:rPr lang="de-DE" kern="0" dirty="0">
                <a:solidFill>
                  <a:srgbClr val="3493B4"/>
                </a:solidFill>
                <a:latin typeface="Publico Headline Black"/>
                <a:sym typeface="Publico Headline Black"/>
              </a:rPr>
              <a:t>Sichert vor Überlast </a:t>
            </a:r>
          </a:p>
          <a:p>
            <a:pPr marL="285750" indent="-285750" defTabSz="6350" hangingPunct="0">
              <a:lnSpc>
                <a:spcPct val="8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</a:pPr>
            <a:r>
              <a:rPr lang="de-DE" kern="0" dirty="0">
                <a:solidFill>
                  <a:srgbClr val="3493B4"/>
                </a:solidFill>
                <a:latin typeface="Publico Headline Black"/>
                <a:sym typeface="Publico Headline Black"/>
              </a:rPr>
              <a:t>Reduziert Ladezeiten </a:t>
            </a:r>
            <a:endParaRPr lang="de-DE" kern="0" dirty="0">
              <a:solidFill>
                <a:srgbClr val="3493B4"/>
              </a:solidFill>
              <a:latin typeface="Publico Headline Black"/>
              <a:ea typeface="Publico Headline Black"/>
              <a:cs typeface="Publico Headline Black"/>
              <a:sym typeface="Publico Headline Black"/>
            </a:endParaRPr>
          </a:p>
        </p:txBody>
      </p:sp>
      <p:cxnSp>
        <p:nvCxnSpPr>
          <p:cNvPr id="3" name="Gerade Verbindung 29">
            <a:extLst>
              <a:ext uri="{FF2B5EF4-FFF2-40B4-BE49-F238E27FC236}">
                <a16:creationId xmlns:a16="http://schemas.microsoft.com/office/drawing/2014/main" id="{643F9BD7-4C41-21C6-A610-732D60EFFBD5}"/>
              </a:ext>
            </a:extLst>
          </p:cNvPr>
          <p:cNvCxnSpPr/>
          <p:nvPr/>
        </p:nvCxnSpPr>
        <p:spPr>
          <a:xfrm>
            <a:off x="6243371" y="3500089"/>
            <a:ext cx="874642" cy="0"/>
          </a:xfrm>
          <a:prstGeom prst="line">
            <a:avLst/>
          </a:prstGeom>
          <a:noFill/>
          <a:ln w="50800" cap="flat">
            <a:solidFill>
              <a:srgbClr val="223086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74466636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6_FeatureStory">
  <a:themeElements>
    <a:clrScheme name="26_FeatureStory">
      <a:dk1>
        <a:srgbClr val="4A4A4A"/>
      </a:dk1>
      <a:lt1>
        <a:srgbClr val="F0EBE0"/>
      </a:lt1>
      <a:dk2>
        <a:srgbClr val="A7A7A7"/>
      </a:dk2>
      <a:lt2>
        <a:srgbClr val="535353"/>
      </a:lt2>
      <a:accent1>
        <a:srgbClr val="53BBE0"/>
      </a:accent1>
      <a:accent2>
        <a:srgbClr val="6DCFB9"/>
      </a:accent2>
      <a:accent3>
        <a:srgbClr val="90BF72"/>
      </a:accent3>
      <a:accent4>
        <a:srgbClr val="F2C449"/>
      </a:accent4>
      <a:accent5>
        <a:srgbClr val="FF4741"/>
      </a:accent5>
      <a:accent6>
        <a:srgbClr val="FF8700"/>
      </a:accent6>
      <a:hlink>
        <a:srgbClr val="0000FF"/>
      </a:hlink>
      <a:folHlink>
        <a:srgbClr val="FF00FF"/>
      </a:folHlink>
    </a:clrScheme>
    <a:fontScheme name="26_FeatureStory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6_FeatureSto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EBE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2700" rtl="0" fontAlgn="auto" latinLnBrk="0" hangingPunct="0">
          <a:lnSpc>
            <a:spcPct val="8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sz="3600" b="0" i="0" u="none" strike="noStrike" cap="none" spc="0" normalizeH="0" baseline="0">
            <a:ln>
              <a:noFill/>
            </a:ln>
            <a:solidFill>
              <a:srgbClr val="4A4A4A"/>
            </a:solidFill>
            <a:effectLst/>
            <a:uFillTx/>
            <a:latin typeface="Publico Headline Black"/>
            <a:ea typeface="Publico Headline Black"/>
            <a:cs typeface="Publico Headline Black"/>
            <a:sym typeface="Publico Headline Blac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2700" rtl="0" fontAlgn="auto" latinLnBrk="0" hangingPunct="0">
          <a:lnSpc>
            <a:spcPct val="8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sz="3600" b="0" i="0" u="none" strike="noStrike" cap="none" spc="0" normalizeH="0" baseline="0">
            <a:ln>
              <a:noFill/>
            </a:ln>
            <a:solidFill>
              <a:srgbClr val="4A4A4A"/>
            </a:solidFill>
            <a:effectLst/>
            <a:uFillTx/>
            <a:latin typeface="Publico Headline Black"/>
            <a:ea typeface="Publico Headline Black"/>
            <a:cs typeface="Publico Headline Black"/>
            <a:sym typeface="Publico Headline Blac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Breitbild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Arial</vt:lpstr>
      <vt:lpstr>Avenir Next Medium</vt:lpstr>
      <vt:lpstr>Helvetica</vt:lpstr>
      <vt:lpstr>Publico Headline Black</vt:lpstr>
      <vt:lpstr>Publico Headline Roman</vt:lpstr>
      <vt:lpstr>Publico Text Roman</vt:lpstr>
      <vt:lpstr>Publico Text Semibold</vt:lpstr>
      <vt:lpstr>26_FeatureStory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Häusler</dc:creator>
  <cp:lastModifiedBy>Florian Langlechner</cp:lastModifiedBy>
  <cp:revision>1</cp:revision>
  <dcterms:created xsi:type="dcterms:W3CDTF">2025-01-09T11:22:15Z</dcterms:created>
  <dcterms:modified xsi:type="dcterms:W3CDTF">2025-06-10T12:27:42Z</dcterms:modified>
</cp:coreProperties>
</file>