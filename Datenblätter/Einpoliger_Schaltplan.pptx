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9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5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86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73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894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587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3195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120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225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435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426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95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87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37459-5676-4F00-B14E-94155C99E038}" type="datetimeFigureOut">
              <a:rPr lang="de-DE" smtClean="0"/>
              <a:t>25.06.2024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6E59B-8BCB-4813-BF5A-1CE48E4D43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210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/>
          <p:cNvCxnSpPr>
            <a:endCxn id="11" idx="0"/>
          </p:cNvCxnSpPr>
          <p:nvPr/>
        </p:nvCxnSpPr>
        <p:spPr>
          <a:xfrm>
            <a:off x="1524000" y="998220"/>
            <a:ext cx="68" cy="51222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1686294" y="892822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Zuleitung HV</a:t>
            </a:r>
            <a:endParaRPr lang="de-DE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1515044" y="1588650"/>
            <a:ext cx="0" cy="836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1478949" y="1510443"/>
            <a:ext cx="90237" cy="84221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1699528" y="1355236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X0:1,2,3,N,PE</a:t>
            </a:r>
            <a:endParaRPr lang="de-DE" dirty="0"/>
          </a:p>
        </p:txBody>
      </p:sp>
      <p:cxnSp>
        <p:nvCxnSpPr>
          <p:cNvPr id="15" name="Gerader Verbinder 14"/>
          <p:cNvCxnSpPr/>
          <p:nvPr/>
        </p:nvCxnSpPr>
        <p:spPr>
          <a:xfrm>
            <a:off x="1400368" y="3241363"/>
            <a:ext cx="119564" cy="232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/>
          <p:cNvSpPr/>
          <p:nvPr/>
        </p:nvSpPr>
        <p:spPr>
          <a:xfrm>
            <a:off x="1208240" y="2406795"/>
            <a:ext cx="607594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RCD</a:t>
            </a:r>
            <a:endParaRPr lang="de-DE" dirty="0"/>
          </a:p>
        </p:txBody>
      </p:sp>
      <p:cxnSp>
        <p:nvCxnSpPr>
          <p:cNvPr id="19" name="Gerader Verbinder 18"/>
          <p:cNvCxnSpPr/>
          <p:nvPr/>
        </p:nvCxnSpPr>
        <p:spPr>
          <a:xfrm>
            <a:off x="1521061" y="2785789"/>
            <a:ext cx="1253" cy="456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/>
          <p:cNvCxnSpPr/>
          <p:nvPr/>
        </p:nvCxnSpPr>
        <p:spPr>
          <a:xfrm flipH="1">
            <a:off x="1460903" y="2021284"/>
            <a:ext cx="110289" cy="426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/>
          <p:cNvSpPr/>
          <p:nvPr/>
        </p:nvSpPr>
        <p:spPr>
          <a:xfrm>
            <a:off x="1295519" y="1942644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3</a:t>
            </a:r>
            <a:endParaRPr lang="de-DE" sz="1100" dirty="0"/>
          </a:p>
        </p:txBody>
      </p:sp>
      <p:cxnSp>
        <p:nvCxnSpPr>
          <p:cNvPr id="31" name="Gerader Verbinder 30"/>
          <p:cNvCxnSpPr/>
          <p:nvPr/>
        </p:nvCxnSpPr>
        <p:spPr>
          <a:xfrm flipV="1">
            <a:off x="1279426" y="3306910"/>
            <a:ext cx="154781" cy="107155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/>
          <p:cNvCxnSpPr/>
          <p:nvPr/>
        </p:nvCxnSpPr>
        <p:spPr>
          <a:xfrm>
            <a:off x="1400368" y="4679773"/>
            <a:ext cx="119564" cy="232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/>
          <p:cNvCxnSpPr>
            <a:endCxn id="41" idx="0"/>
          </p:cNvCxnSpPr>
          <p:nvPr/>
        </p:nvCxnSpPr>
        <p:spPr>
          <a:xfrm>
            <a:off x="1515045" y="4907111"/>
            <a:ext cx="167" cy="3974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lipse 40"/>
          <p:cNvSpPr/>
          <p:nvPr/>
        </p:nvSpPr>
        <p:spPr>
          <a:xfrm>
            <a:off x="1470093" y="5304572"/>
            <a:ext cx="90237" cy="84221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" name="Gerader Verbinder 42"/>
          <p:cNvCxnSpPr/>
          <p:nvPr/>
        </p:nvCxnSpPr>
        <p:spPr>
          <a:xfrm flipV="1">
            <a:off x="1514043" y="2256401"/>
            <a:ext cx="4627144" cy="2444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/>
          <p:cNvCxnSpPr/>
          <p:nvPr/>
        </p:nvCxnSpPr>
        <p:spPr>
          <a:xfrm>
            <a:off x="3074515" y="3236600"/>
            <a:ext cx="119564" cy="232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hteck 46"/>
          <p:cNvSpPr/>
          <p:nvPr/>
        </p:nvSpPr>
        <p:spPr>
          <a:xfrm>
            <a:off x="2882387" y="2402032"/>
            <a:ext cx="607594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RCD</a:t>
            </a:r>
            <a:endParaRPr lang="de-DE" dirty="0"/>
          </a:p>
        </p:txBody>
      </p:sp>
      <p:cxnSp>
        <p:nvCxnSpPr>
          <p:cNvPr id="48" name="Gerader Verbinder 47"/>
          <p:cNvCxnSpPr/>
          <p:nvPr/>
        </p:nvCxnSpPr>
        <p:spPr>
          <a:xfrm flipH="1">
            <a:off x="3196461" y="2791805"/>
            <a:ext cx="3005" cy="4460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/>
          <p:cNvCxnSpPr/>
          <p:nvPr/>
        </p:nvCxnSpPr>
        <p:spPr>
          <a:xfrm flipV="1">
            <a:off x="2953573" y="3302147"/>
            <a:ext cx="154781" cy="107155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/>
          <p:cNvCxnSpPr/>
          <p:nvPr/>
        </p:nvCxnSpPr>
        <p:spPr>
          <a:xfrm>
            <a:off x="3074515" y="4675010"/>
            <a:ext cx="119564" cy="232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/>
          <p:cNvCxnSpPr>
            <a:endCxn id="53" idx="0"/>
          </p:cNvCxnSpPr>
          <p:nvPr/>
        </p:nvCxnSpPr>
        <p:spPr>
          <a:xfrm>
            <a:off x="3189192" y="4902348"/>
            <a:ext cx="167" cy="3974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/>
          <p:cNvSpPr/>
          <p:nvPr/>
        </p:nvSpPr>
        <p:spPr>
          <a:xfrm>
            <a:off x="3144240" y="5299809"/>
            <a:ext cx="90237" cy="84221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5" name="Gerader Verbinder 54"/>
          <p:cNvCxnSpPr/>
          <p:nvPr/>
        </p:nvCxnSpPr>
        <p:spPr>
          <a:xfrm>
            <a:off x="4818342" y="3736663"/>
            <a:ext cx="119564" cy="232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hteck 55"/>
          <p:cNvSpPr/>
          <p:nvPr/>
        </p:nvSpPr>
        <p:spPr>
          <a:xfrm>
            <a:off x="4626214" y="2406795"/>
            <a:ext cx="607594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RCD</a:t>
            </a:r>
            <a:endParaRPr lang="de-DE" dirty="0"/>
          </a:p>
        </p:txBody>
      </p:sp>
      <p:cxnSp>
        <p:nvCxnSpPr>
          <p:cNvPr id="57" name="Gerader Verbinder 56"/>
          <p:cNvCxnSpPr/>
          <p:nvPr/>
        </p:nvCxnSpPr>
        <p:spPr>
          <a:xfrm>
            <a:off x="4944046" y="2779773"/>
            <a:ext cx="1334" cy="9845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/>
          <p:cNvCxnSpPr/>
          <p:nvPr/>
        </p:nvCxnSpPr>
        <p:spPr>
          <a:xfrm flipV="1">
            <a:off x="4697400" y="3802210"/>
            <a:ext cx="154781" cy="107155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4939034" y="3964009"/>
            <a:ext cx="1254" cy="1620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/>
          <p:cNvCxnSpPr/>
          <p:nvPr/>
        </p:nvCxnSpPr>
        <p:spPr>
          <a:xfrm>
            <a:off x="3188189" y="2268934"/>
            <a:ext cx="1" cy="1262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/>
          <p:cNvCxnSpPr/>
          <p:nvPr/>
        </p:nvCxnSpPr>
        <p:spPr>
          <a:xfrm>
            <a:off x="4932016" y="2264171"/>
            <a:ext cx="1" cy="1262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/>
          <p:cNvCxnSpPr/>
          <p:nvPr/>
        </p:nvCxnSpPr>
        <p:spPr>
          <a:xfrm flipV="1">
            <a:off x="4940288" y="3617974"/>
            <a:ext cx="2488278" cy="199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/>
          <p:cNvCxnSpPr/>
          <p:nvPr/>
        </p:nvCxnSpPr>
        <p:spPr>
          <a:xfrm>
            <a:off x="5930383" y="3762857"/>
            <a:ext cx="119564" cy="232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 flipH="1">
            <a:off x="6052329" y="3637902"/>
            <a:ext cx="2" cy="12620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 flipV="1">
            <a:off x="5809441" y="3828404"/>
            <a:ext cx="154781" cy="107155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6051075" y="4375215"/>
            <a:ext cx="1254" cy="1620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lipse 77"/>
          <p:cNvSpPr/>
          <p:nvPr/>
        </p:nvSpPr>
        <p:spPr>
          <a:xfrm>
            <a:off x="4811700" y="4922232"/>
            <a:ext cx="254000" cy="2381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/>
          <p:cNvSpPr/>
          <p:nvPr/>
        </p:nvSpPr>
        <p:spPr>
          <a:xfrm>
            <a:off x="4792650" y="5053997"/>
            <a:ext cx="309563" cy="13335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0" name="Gerader Verbinder 79"/>
          <p:cNvCxnSpPr/>
          <p:nvPr/>
        </p:nvCxnSpPr>
        <p:spPr>
          <a:xfrm flipV="1">
            <a:off x="4787888" y="4913502"/>
            <a:ext cx="280987" cy="23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lipse 81"/>
          <p:cNvSpPr/>
          <p:nvPr/>
        </p:nvSpPr>
        <p:spPr>
          <a:xfrm>
            <a:off x="5923744" y="4934138"/>
            <a:ext cx="254000" cy="23812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/>
          <p:cNvSpPr/>
          <p:nvPr/>
        </p:nvSpPr>
        <p:spPr>
          <a:xfrm>
            <a:off x="5904694" y="5065903"/>
            <a:ext cx="309563" cy="13335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4" name="Gerader Verbinder 83"/>
          <p:cNvCxnSpPr/>
          <p:nvPr/>
        </p:nvCxnSpPr>
        <p:spPr>
          <a:xfrm flipV="1">
            <a:off x="5899932" y="4925408"/>
            <a:ext cx="280987" cy="23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feld 84"/>
          <p:cNvSpPr txBox="1"/>
          <p:nvPr/>
        </p:nvSpPr>
        <p:spPr>
          <a:xfrm>
            <a:off x="4910125" y="3754920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B13</a:t>
            </a:r>
            <a:endParaRPr lang="de-DE" sz="1000" dirty="0"/>
          </a:p>
        </p:txBody>
      </p:sp>
      <p:sp>
        <p:nvSpPr>
          <p:cNvPr id="86" name="Textfeld 85"/>
          <p:cNvSpPr txBox="1"/>
          <p:nvPr/>
        </p:nvSpPr>
        <p:spPr>
          <a:xfrm>
            <a:off x="5987453" y="3754920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B13</a:t>
            </a:r>
            <a:endParaRPr lang="de-DE" sz="1000" dirty="0"/>
          </a:p>
        </p:txBody>
      </p:sp>
      <p:sp>
        <p:nvSpPr>
          <p:cNvPr id="87" name="Textfeld 86"/>
          <p:cNvSpPr txBox="1"/>
          <p:nvPr/>
        </p:nvSpPr>
        <p:spPr>
          <a:xfrm>
            <a:off x="3193285" y="3259620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B32</a:t>
            </a:r>
            <a:endParaRPr lang="de-DE" sz="1000" dirty="0"/>
          </a:p>
        </p:txBody>
      </p:sp>
      <p:sp>
        <p:nvSpPr>
          <p:cNvPr id="88" name="Textfeld 87"/>
          <p:cNvSpPr txBox="1"/>
          <p:nvPr/>
        </p:nvSpPr>
        <p:spPr>
          <a:xfrm>
            <a:off x="1533426" y="3259620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B32</a:t>
            </a:r>
            <a:endParaRPr lang="de-DE" sz="1000" dirty="0"/>
          </a:p>
        </p:txBody>
      </p:sp>
      <p:cxnSp>
        <p:nvCxnSpPr>
          <p:cNvPr id="90" name="Gerader Verbinder 89"/>
          <p:cNvCxnSpPr/>
          <p:nvPr/>
        </p:nvCxnSpPr>
        <p:spPr>
          <a:xfrm flipH="1">
            <a:off x="1445362" y="4966775"/>
            <a:ext cx="110289" cy="426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hteck 90"/>
          <p:cNvSpPr/>
          <p:nvPr/>
        </p:nvSpPr>
        <p:spPr>
          <a:xfrm>
            <a:off x="1284741" y="4821953"/>
            <a:ext cx="256802" cy="261610"/>
          </a:xfrm>
          <a:prstGeom prst="rect">
            <a:avLst/>
          </a:prstGeom>
          <a:ln w="28575">
            <a:noFill/>
          </a:ln>
        </p:spPr>
        <p:txBody>
          <a:bodyPr wrap="none">
            <a:spAutoFit/>
          </a:bodyPr>
          <a:lstStyle/>
          <a:p>
            <a:r>
              <a:rPr lang="de-DE" sz="1100" dirty="0" smtClean="0"/>
              <a:t>3</a:t>
            </a:r>
            <a:endParaRPr lang="de-DE" sz="1100" dirty="0"/>
          </a:p>
        </p:txBody>
      </p:sp>
      <p:cxnSp>
        <p:nvCxnSpPr>
          <p:cNvPr id="92" name="Gerader Verbinder 91"/>
          <p:cNvCxnSpPr/>
          <p:nvPr/>
        </p:nvCxnSpPr>
        <p:spPr>
          <a:xfrm flipH="1">
            <a:off x="3133796" y="4952487"/>
            <a:ext cx="110289" cy="426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hteck 92"/>
          <p:cNvSpPr/>
          <p:nvPr/>
        </p:nvSpPr>
        <p:spPr>
          <a:xfrm>
            <a:off x="2973175" y="4807665"/>
            <a:ext cx="256802" cy="261610"/>
          </a:xfrm>
          <a:prstGeom prst="rect">
            <a:avLst/>
          </a:prstGeom>
          <a:ln w="28575">
            <a:noFill/>
          </a:ln>
        </p:spPr>
        <p:txBody>
          <a:bodyPr wrap="none">
            <a:spAutoFit/>
          </a:bodyPr>
          <a:lstStyle/>
          <a:p>
            <a:r>
              <a:rPr lang="de-DE" sz="1100" dirty="0" smtClean="0"/>
              <a:t>3</a:t>
            </a:r>
            <a:endParaRPr lang="de-DE" sz="1100" dirty="0"/>
          </a:p>
        </p:txBody>
      </p:sp>
      <p:cxnSp>
        <p:nvCxnSpPr>
          <p:cNvPr id="95" name="Gerader Verbinder 94"/>
          <p:cNvCxnSpPr/>
          <p:nvPr/>
        </p:nvCxnSpPr>
        <p:spPr>
          <a:xfrm>
            <a:off x="7296721" y="3730266"/>
            <a:ext cx="119564" cy="2322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/>
          <p:cNvCxnSpPr/>
          <p:nvPr/>
        </p:nvCxnSpPr>
        <p:spPr>
          <a:xfrm>
            <a:off x="7422550" y="3617974"/>
            <a:ext cx="2134" cy="1436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/>
          <p:cNvCxnSpPr/>
          <p:nvPr/>
        </p:nvCxnSpPr>
        <p:spPr>
          <a:xfrm flipV="1">
            <a:off x="7175779" y="3795813"/>
            <a:ext cx="154781" cy="107155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/>
          <p:cNvCxnSpPr/>
          <p:nvPr/>
        </p:nvCxnSpPr>
        <p:spPr>
          <a:xfrm>
            <a:off x="7417413" y="3957612"/>
            <a:ext cx="1254" cy="1620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/>
          <p:cNvCxnSpPr/>
          <p:nvPr/>
        </p:nvCxnSpPr>
        <p:spPr>
          <a:xfrm flipH="1">
            <a:off x="7398487" y="4105374"/>
            <a:ext cx="20180" cy="7338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feld 102"/>
          <p:cNvSpPr txBox="1"/>
          <p:nvPr/>
        </p:nvSpPr>
        <p:spPr>
          <a:xfrm>
            <a:off x="7353791" y="3712804"/>
            <a:ext cx="3209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B6</a:t>
            </a:r>
            <a:endParaRPr lang="de-DE" sz="1000" dirty="0"/>
          </a:p>
        </p:txBody>
      </p:sp>
      <p:sp>
        <p:nvSpPr>
          <p:cNvPr id="106" name="Rechteck 105"/>
          <p:cNvSpPr/>
          <p:nvPr/>
        </p:nvSpPr>
        <p:spPr>
          <a:xfrm>
            <a:off x="7141569" y="4818622"/>
            <a:ext cx="577265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PS</a:t>
            </a:r>
            <a:endParaRPr lang="de-DE" dirty="0"/>
          </a:p>
        </p:txBody>
      </p:sp>
      <p:sp>
        <p:nvSpPr>
          <p:cNvPr id="107" name="Textfeld 106"/>
          <p:cNvSpPr txBox="1"/>
          <p:nvPr/>
        </p:nvSpPr>
        <p:spPr>
          <a:xfrm>
            <a:off x="7113411" y="5144816"/>
            <a:ext cx="598818" cy="738664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de-DE" sz="1400" dirty="0" smtClean="0"/>
              <a:t>5V</a:t>
            </a:r>
          </a:p>
          <a:p>
            <a:r>
              <a:rPr lang="de-DE" sz="1400" dirty="0" smtClean="0"/>
              <a:t>-RPI</a:t>
            </a:r>
          </a:p>
          <a:p>
            <a:r>
              <a:rPr lang="de-DE" sz="1400" dirty="0" smtClean="0"/>
              <a:t>-EVSE</a:t>
            </a:r>
            <a:endParaRPr lang="de-DE" sz="1400" dirty="0"/>
          </a:p>
        </p:txBody>
      </p:sp>
      <p:sp>
        <p:nvSpPr>
          <p:cNvPr id="109" name="Textfeld 108"/>
          <p:cNvSpPr txBox="1"/>
          <p:nvPr/>
        </p:nvSpPr>
        <p:spPr>
          <a:xfrm>
            <a:off x="955909" y="3259620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F1</a:t>
            </a:r>
            <a:endParaRPr lang="de-DE" sz="1400" dirty="0"/>
          </a:p>
        </p:txBody>
      </p:sp>
      <p:sp>
        <p:nvSpPr>
          <p:cNvPr id="110" name="Textfeld 109"/>
          <p:cNvSpPr txBox="1"/>
          <p:nvPr/>
        </p:nvSpPr>
        <p:spPr>
          <a:xfrm>
            <a:off x="2700490" y="3259620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F2</a:t>
            </a:r>
            <a:endParaRPr lang="de-DE" sz="1400" dirty="0"/>
          </a:p>
        </p:txBody>
      </p:sp>
      <p:sp>
        <p:nvSpPr>
          <p:cNvPr id="111" name="Textfeld 110"/>
          <p:cNvSpPr txBox="1"/>
          <p:nvPr/>
        </p:nvSpPr>
        <p:spPr>
          <a:xfrm>
            <a:off x="4384912" y="3754920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F3</a:t>
            </a:r>
            <a:endParaRPr lang="de-DE" sz="1400" dirty="0"/>
          </a:p>
        </p:txBody>
      </p:sp>
      <p:sp>
        <p:nvSpPr>
          <p:cNvPr id="112" name="Textfeld 111"/>
          <p:cNvSpPr txBox="1"/>
          <p:nvPr/>
        </p:nvSpPr>
        <p:spPr>
          <a:xfrm>
            <a:off x="5461738" y="3754920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F4</a:t>
            </a:r>
            <a:endParaRPr lang="de-DE" sz="1400" dirty="0"/>
          </a:p>
        </p:txBody>
      </p:sp>
      <p:sp>
        <p:nvSpPr>
          <p:cNvPr id="113" name="Textfeld 112"/>
          <p:cNvSpPr txBox="1"/>
          <p:nvPr/>
        </p:nvSpPr>
        <p:spPr>
          <a:xfrm>
            <a:off x="972753" y="4613182"/>
            <a:ext cx="369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K1</a:t>
            </a:r>
            <a:endParaRPr lang="de-DE" sz="1400" dirty="0"/>
          </a:p>
        </p:txBody>
      </p:sp>
      <p:sp>
        <p:nvSpPr>
          <p:cNvPr id="114" name="Textfeld 113"/>
          <p:cNvSpPr txBox="1"/>
          <p:nvPr/>
        </p:nvSpPr>
        <p:spPr>
          <a:xfrm>
            <a:off x="2706505" y="4619198"/>
            <a:ext cx="369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K2</a:t>
            </a:r>
            <a:endParaRPr lang="de-DE" sz="1400" dirty="0"/>
          </a:p>
        </p:txBody>
      </p:sp>
      <p:sp>
        <p:nvSpPr>
          <p:cNvPr id="115" name="Textfeld 114"/>
          <p:cNvSpPr txBox="1"/>
          <p:nvPr/>
        </p:nvSpPr>
        <p:spPr>
          <a:xfrm>
            <a:off x="943878" y="5371166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X1</a:t>
            </a:r>
            <a:r>
              <a:rPr lang="de-DE" sz="1400" dirty="0" smtClean="0"/>
              <a:t>:1,2,3,N,PE</a:t>
            </a:r>
          </a:p>
          <a:p>
            <a:r>
              <a:rPr lang="de-DE" sz="1400" dirty="0" smtClean="0"/>
              <a:t>CP,PP</a:t>
            </a:r>
            <a:endParaRPr lang="de-DE" sz="1400" dirty="0"/>
          </a:p>
        </p:txBody>
      </p:sp>
      <p:sp>
        <p:nvSpPr>
          <p:cNvPr id="116" name="Textfeld 115"/>
          <p:cNvSpPr txBox="1"/>
          <p:nvPr/>
        </p:nvSpPr>
        <p:spPr>
          <a:xfrm>
            <a:off x="2694475" y="5359135"/>
            <a:ext cx="116730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X2</a:t>
            </a:r>
            <a:r>
              <a:rPr lang="de-DE" sz="1400" dirty="0" smtClean="0"/>
              <a:t>:1,2,3,N,PE</a:t>
            </a:r>
          </a:p>
          <a:p>
            <a:r>
              <a:rPr lang="de-DE" sz="1400" dirty="0" smtClean="0"/>
              <a:t>CP,PP</a:t>
            </a:r>
          </a:p>
          <a:p>
            <a:endParaRPr lang="de-DE" sz="1400" dirty="0"/>
          </a:p>
        </p:txBody>
      </p:sp>
      <p:sp>
        <p:nvSpPr>
          <p:cNvPr id="117" name="Textfeld 116"/>
          <p:cNvSpPr txBox="1"/>
          <p:nvPr/>
        </p:nvSpPr>
        <p:spPr>
          <a:xfrm>
            <a:off x="6851387" y="3712804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F0</a:t>
            </a:r>
            <a:endParaRPr lang="de-DE" sz="1400" dirty="0"/>
          </a:p>
        </p:txBody>
      </p:sp>
      <p:sp>
        <p:nvSpPr>
          <p:cNvPr id="118" name="Textfeld 117"/>
          <p:cNvSpPr txBox="1"/>
          <p:nvPr/>
        </p:nvSpPr>
        <p:spPr>
          <a:xfrm>
            <a:off x="955910" y="2718200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F100</a:t>
            </a:r>
            <a:endParaRPr lang="de-DE" sz="1400" dirty="0"/>
          </a:p>
        </p:txBody>
      </p:sp>
      <p:sp>
        <p:nvSpPr>
          <p:cNvPr id="119" name="Textfeld 118"/>
          <p:cNvSpPr txBox="1"/>
          <p:nvPr/>
        </p:nvSpPr>
        <p:spPr>
          <a:xfrm>
            <a:off x="2700491" y="2718200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F200</a:t>
            </a:r>
            <a:endParaRPr lang="de-DE" sz="1400" dirty="0"/>
          </a:p>
        </p:txBody>
      </p:sp>
      <p:sp>
        <p:nvSpPr>
          <p:cNvPr id="120" name="Textfeld 119"/>
          <p:cNvSpPr txBox="1"/>
          <p:nvPr/>
        </p:nvSpPr>
        <p:spPr>
          <a:xfrm>
            <a:off x="4384913" y="2718200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F300</a:t>
            </a:r>
            <a:endParaRPr lang="de-DE" sz="1400" dirty="0"/>
          </a:p>
        </p:txBody>
      </p:sp>
      <p:sp>
        <p:nvSpPr>
          <p:cNvPr id="122" name="Textfeld 121"/>
          <p:cNvSpPr txBox="1"/>
          <p:nvPr/>
        </p:nvSpPr>
        <p:spPr>
          <a:xfrm>
            <a:off x="3428401" y="2387330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40A/30mA</a:t>
            </a:r>
          </a:p>
          <a:p>
            <a:r>
              <a:rPr lang="de-DE" sz="1000" dirty="0"/>
              <a:t>B</a:t>
            </a:r>
          </a:p>
        </p:txBody>
      </p:sp>
      <p:sp>
        <p:nvSpPr>
          <p:cNvPr id="123" name="Textfeld 122"/>
          <p:cNvSpPr txBox="1"/>
          <p:nvPr/>
        </p:nvSpPr>
        <p:spPr>
          <a:xfrm>
            <a:off x="1768042" y="2393346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40A/30mA</a:t>
            </a:r>
          </a:p>
          <a:p>
            <a:r>
              <a:rPr lang="de-DE" sz="1000" dirty="0"/>
              <a:t>B</a:t>
            </a:r>
          </a:p>
        </p:txBody>
      </p:sp>
      <p:sp>
        <p:nvSpPr>
          <p:cNvPr id="125" name="Textfeld 124"/>
          <p:cNvSpPr txBox="1"/>
          <p:nvPr/>
        </p:nvSpPr>
        <p:spPr>
          <a:xfrm>
            <a:off x="5191028" y="2375298"/>
            <a:ext cx="747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40A/30mA</a:t>
            </a:r>
          </a:p>
          <a:p>
            <a:r>
              <a:rPr lang="de-DE" sz="1000" dirty="0" smtClean="0"/>
              <a:t>A</a:t>
            </a:r>
            <a:endParaRPr lang="de-DE" sz="1000" dirty="0"/>
          </a:p>
        </p:txBody>
      </p:sp>
      <p:cxnSp>
        <p:nvCxnSpPr>
          <p:cNvPr id="132" name="Gerader Verbinder 131"/>
          <p:cNvCxnSpPr>
            <a:endCxn id="78" idx="0"/>
          </p:cNvCxnSpPr>
          <p:nvPr/>
        </p:nvCxnSpPr>
        <p:spPr>
          <a:xfrm>
            <a:off x="4938029" y="3976041"/>
            <a:ext cx="671" cy="9461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r Verbinder 132"/>
          <p:cNvCxnSpPr>
            <a:endCxn id="82" idx="0"/>
          </p:cNvCxnSpPr>
          <p:nvPr/>
        </p:nvCxnSpPr>
        <p:spPr>
          <a:xfrm flipH="1">
            <a:off x="6050744" y="3988073"/>
            <a:ext cx="6222" cy="9460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feld 137"/>
          <p:cNvSpPr txBox="1"/>
          <p:nvPr/>
        </p:nvSpPr>
        <p:spPr>
          <a:xfrm>
            <a:off x="342899" y="120316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Ladesäule R-Bau L3E</a:t>
            </a:r>
            <a:endParaRPr lang="de-DE" dirty="0"/>
          </a:p>
        </p:txBody>
      </p:sp>
      <p:cxnSp>
        <p:nvCxnSpPr>
          <p:cNvPr id="141" name="Gerader Verbinder 140"/>
          <p:cNvCxnSpPr/>
          <p:nvPr/>
        </p:nvCxnSpPr>
        <p:spPr>
          <a:xfrm flipH="1">
            <a:off x="1515045" y="3456678"/>
            <a:ext cx="6016" cy="12361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/>
          <p:cNvCxnSpPr/>
          <p:nvPr/>
        </p:nvCxnSpPr>
        <p:spPr>
          <a:xfrm>
            <a:off x="3199466" y="3468710"/>
            <a:ext cx="6016" cy="12000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hteck 138"/>
          <p:cNvSpPr/>
          <p:nvPr/>
        </p:nvSpPr>
        <p:spPr>
          <a:xfrm>
            <a:off x="1220271" y="3826521"/>
            <a:ext cx="607594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Z1</a:t>
            </a:r>
            <a:endParaRPr lang="de-DE" dirty="0"/>
          </a:p>
        </p:txBody>
      </p:sp>
      <p:sp>
        <p:nvSpPr>
          <p:cNvPr id="140" name="Rechteck 139"/>
          <p:cNvSpPr/>
          <p:nvPr/>
        </p:nvSpPr>
        <p:spPr>
          <a:xfrm>
            <a:off x="2894418" y="3821758"/>
            <a:ext cx="607594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Z2</a:t>
            </a:r>
            <a:endParaRPr lang="de-DE" dirty="0"/>
          </a:p>
        </p:txBody>
      </p:sp>
      <p:cxnSp>
        <p:nvCxnSpPr>
          <p:cNvPr id="150" name="Gerader Verbinder 149"/>
          <p:cNvCxnSpPr/>
          <p:nvPr/>
        </p:nvCxnSpPr>
        <p:spPr>
          <a:xfrm>
            <a:off x="7416535" y="4460185"/>
            <a:ext cx="12994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Gerader Verbinder 152"/>
          <p:cNvCxnSpPr/>
          <p:nvPr/>
        </p:nvCxnSpPr>
        <p:spPr>
          <a:xfrm flipH="1">
            <a:off x="8691882" y="4454290"/>
            <a:ext cx="14164" cy="36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hteck 155"/>
          <p:cNvSpPr/>
          <p:nvPr/>
        </p:nvSpPr>
        <p:spPr>
          <a:xfrm>
            <a:off x="8404885" y="4806591"/>
            <a:ext cx="577265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smtClean="0"/>
              <a:t>UMG604</a:t>
            </a:r>
            <a:endParaRPr lang="de-DE" dirty="0"/>
          </a:p>
        </p:txBody>
      </p:sp>
      <p:sp>
        <p:nvSpPr>
          <p:cNvPr id="157" name="Ellipse 156"/>
          <p:cNvSpPr/>
          <p:nvPr/>
        </p:nvSpPr>
        <p:spPr>
          <a:xfrm>
            <a:off x="1466918" y="1799201"/>
            <a:ext cx="90237" cy="84221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8" name="Rechteck 157"/>
          <p:cNvSpPr/>
          <p:nvPr/>
        </p:nvSpPr>
        <p:spPr>
          <a:xfrm>
            <a:off x="1532257" y="1764777"/>
            <a:ext cx="60325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0" name="Gerade Verbindung mit Pfeil 159"/>
          <p:cNvCxnSpPr>
            <a:stCxn id="158" idx="1"/>
          </p:cNvCxnSpPr>
          <p:nvPr/>
        </p:nvCxnSpPr>
        <p:spPr>
          <a:xfrm flipV="1">
            <a:off x="1532257" y="1833040"/>
            <a:ext cx="215900" cy="3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/>
          <p:cNvCxnSpPr/>
          <p:nvPr/>
        </p:nvCxnSpPr>
        <p:spPr>
          <a:xfrm flipV="1">
            <a:off x="4951732" y="2918890"/>
            <a:ext cx="215900" cy="3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feld 161"/>
          <p:cNvSpPr txBox="1"/>
          <p:nvPr/>
        </p:nvSpPr>
        <p:spPr>
          <a:xfrm>
            <a:off x="971452" y="1756174"/>
            <a:ext cx="5790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60A/5A</a:t>
            </a:r>
            <a:endParaRPr lang="de-DE" sz="1000" dirty="0"/>
          </a:p>
        </p:txBody>
      </p:sp>
      <p:sp>
        <p:nvSpPr>
          <p:cNvPr id="163" name="Rechteck 162"/>
          <p:cNvSpPr/>
          <p:nvPr/>
        </p:nvSpPr>
        <p:spPr>
          <a:xfrm>
            <a:off x="5105871" y="2805662"/>
            <a:ext cx="10150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000" dirty="0"/>
              <a:t>UMG604 U1-U3</a:t>
            </a:r>
          </a:p>
        </p:txBody>
      </p:sp>
      <p:sp>
        <p:nvSpPr>
          <p:cNvPr id="164" name="Rechteck 163"/>
          <p:cNvSpPr/>
          <p:nvPr/>
        </p:nvSpPr>
        <p:spPr>
          <a:xfrm>
            <a:off x="1662584" y="1719812"/>
            <a:ext cx="91563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000" dirty="0"/>
              <a:t>UMG604 </a:t>
            </a:r>
            <a:r>
              <a:rPr lang="de-DE" sz="1000" dirty="0" smtClean="0"/>
              <a:t>I1-I3</a:t>
            </a:r>
            <a:endParaRPr lang="de-DE" sz="1000" dirty="0"/>
          </a:p>
        </p:txBody>
      </p:sp>
      <p:sp>
        <p:nvSpPr>
          <p:cNvPr id="165" name="Textfeld 164"/>
          <p:cNvSpPr txBox="1"/>
          <p:nvPr/>
        </p:nvSpPr>
        <p:spPr>
          <a:xfrm>
            <a:off x="4881550" y="4031142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L1</a:t>
            </a:r>
            <a:endParaRPr lang="de-DE" sz="1000" dirty="0"/>
          </a:p>
        </p:txBody>
      </p:sp>
      <p:sp>
        <p:nvSpPr>
          <p:cNvPr id="166" name="Textfeld 165"/>
          <p:cNvSpPr txBox="1"/>
          <p:nvPr/>
        </p:nvSpPr>
        <p:spPr>
          <a:xfrm>
            <a:off x="5995975" y="4031142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L2</a:t>
            </a:r>
            <a:endParaRPr lang="de-DE" sz="1000" dirty="0"/>
          </a:p>
        </p:txBody>
      </p:sp>
      <p:sp>
        <p:nvSpPr>
          <p:cNvPr id="167" name="Textfeld 166"/>
          <p:cNvSpPr txBox="1"/>
          <p:nvPr/>
        </p:nvSpPr>
        <p:spPr>
          <a:xfrm>
            <a:off x="7353285" y="4031142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L3</a:t>
            </a:r>
            <a:endParaRPr lang="de-DE" sz="1000" dirty="0"/>
          </a:p>
        </p:txBody>
      </p:sp>
      <p:sp>
        <p:nvSpPr>
          <p:cNvPr id="261" name="Rechteck 260"/>
          <p:cNvSpPr/>
          <p:nvPr/>
        </p:nvSpPr>
        <p:spPr>
          <a:xfrm>
            <a:off x="4631778" y="3166438"/>
            <a:ext cx="607594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Z3</a:t>
            </a:r>
            <a:endParaRPr lang="de-DE" dirty="0"/>
          </a:p>
        </p:txBody>
      </p:sp>
      <p:sp>
        <p:nvSpPr>
          <p:cNvPr id="263" name="Textfeld 262"/>
          <p:cNvSpPr txBox="1"/>
          <p:nvPr/>
        </p:nvSpPr>
        <p:spPr>
          <a:xfrm>
            <a:off x="1813762" y="3825906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SDM720</a:t>
            </a:r>
            <a:endParaRPr lang="de-DE" sz="1000" dirty="0"/>
          </a:p>
        </p:txBody>
      </p:sp>
      <p:sp>
        <p:nvSpPr>
          <p:cNvPr id="264" name="Textfeld 263"/>
          <p:cNvSpPr txBox="1"/>
          <p:nvPr/>
        </p:nvSpPr>
        <p:spPr>
          <a:xfrm>
            <a:off x="3513022" y="3810666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SDM720</a:t>
            </a:r>
            <a:endParaRPr lang="de-DE" sz="1000" dirty="0"/>
          </a:p>
        </p:txBody>
      </p:sp>
      <p:sp>
        <p:nvSpPr>
          <p:cNvPr id="265" name="Textfeld 264"/>
          <p:cNvSpPr txBox="1"/>
          <p:nvPr/>
        </p:nvSpPr>
        <p:spPr>
          <a:xfrm>
            <a:off x="5242762" y="3170586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smtClean="0"/>
              <a:t>SDM360</a:t>
            </a:r>
            <a:endParaRPr lang="de-DE" sz="1000" dirty="0"/>
          </a:p>
        </p:txBody>
      </p:sp>
      <p:cxnSp>
        <p:nvCxnSpPr>
          <p:cNvPr id="267" name="Gerader Verbinder 266"/>
          <p:cNvCxnSpPr/>
          <p:nvPr/>
        </p:nvCxnSpPr>
        <p:spPr>
          <a:xfrm>
            <a:off x="8437615" y="4460185"/>
            <a:ext cx="2443745" cy="51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Gerader Verbinder 267"/>
          <p:cNvCxnSpPr/>
          <p:nvPr/>
        </p:nvCxnSpPr>
        <p:spPr>
          <a:xfrm flipH="1">
            <a:off x="9712962" y="4446670"/>
            <a:ext cx="14164" cy="36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Rechteck 268"/>
          <p:cNvSpPr/>
          <p:nvPr/>
        </p:nvSpPr>
        <p:spPr>
          <a:xfrm>
            <a:off x="9555505" y="4768491"/>
            <a:ext cx="577265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smtClean="0"/>
              <a:t>EVSE</a:t>
            </a:r>
            <a:endParaRPr lang="de-DE" dirty="0"/>
          </a:p>
        </p:txBody>
      </p:sp>
      <p:cxnSp>
        <p:nvCxnSpPr>
          <p:cNvPr id="270" name="Gerader Verbinder 269"/>
          <p:cNvCxnSpPr/>
          <p:nvPr/>
        </p:nvCxnSpPr>
        <p:spPr>
          <a:xfrm flipH="1">
            <a:off x="9685020" y="5132470"/>
            <a:ext cx="4006" cy="2396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hteck 270"/>
          <p:cNvSpPr/>
          <p:nvPr/>
        </p:nvSpPr>
        <p:spPr>
          <a:xfrm>
            <a:off x="9570745" y="5349240"/>
            <a:ext cx="365735" cy="159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72" name="Gerader Verbinder 271"/>
          <p:cNvCxnSpPr/>
          <p:nvPr/>
        </p:nvCxnSpPr>
        <p:spPr>
          <a:xfrm flipH="1">
            <a:off x="9685020" y="5498230"/>
            <a:ext cx="4006" cy="1710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hteck 272"/>
          <p:cNvSpPr/>
          <p:nvPr/>
        </p:nvSpPr>
        <p:spPr>
          <a:xfrm>
            <a:off x="9277954" y="5286494"/>
            <a:ext cx="3305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K1</a:t>
            </a:r>
            <a:endParaRPr lang="de-DE" sz="1100" dirty="0"/>
          </a:p>
        </p:txBody>
      </p:sp>
      <p:sp>
        <p:nvSpPr>
          <p:cNvPr id="274" name="Rechteck 273"/>
          <p:cNvSpPr/>
          <p:nvPr/>
        </p:nvSpPr>
        <p:spPr>
          <a:xfrm>
            <a:off x="9651334" y="5134094"/>
            <a:ext cx="33855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A1</a:t>
            </a:r>
            <a:endParaRPr lang="de-DE" sz="1100" dirty="0"/>
          </a:p>
        </p:txBody>
      </p:sp>
      <p:sp>
        <p:nvSpPr>
          <p:cNvPr id="275" name="Rechteck 274"/>
          <p:cNvSpPr/>
          <p:nvPr/>
        </p:nvSpPr>
        <p:spPr>
          <a:xfrm>
            <a:off x="9674194" y="5484614"/>
            <a:ext cx="33855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A2</a:t>
            </a:r>
            <a:endParaRPr lang="de-DE" sz="1100" dirty="0"/>
          </a:p>
        </p:txBody>
      </p:sp>
      <p:sp>
        <p:nvSpPr>
          <p:cNvPr id="276" name="Rechteck 275"/>
          <p:cNvSpPr/>
          <p:nvPr/>
        </p:nvSpPr>
        <p:spPr>
          <a:xfrm>
            <a:off x="9255094" y="4829294"/>
            <a:ext cx="35137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Q1</a:t>
            </a:r>
            <a:endParaRPr lang="de-DE" sz="1100" dirty="0"/>
          </a:p>
        </p:txBody>
      </p:sp>
      <p:sp>
        <p:nvSpPr>
          <p:cNvPr id="277" name="Rechteck 276"/>
          <p:cNvSpPr/>
          <p:nvPr/>
        </p:nvSpPr>
        <p:spPr>
          <a:xfrm>
            <a:off x="9537034" y="4928354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err="1" smtClean="0"/>
              <a:t>rel</a:t>
            </a:r>
            <a:endParaRPr lang="de-DE" sz="1100" dirty="0"/>
          </a:p>
        </p:txBody>
      </p:sp>
      <p:cxnSp>
        <p:nvCxnSpPr>
          <p:cNvPr id="278" name="Gerader Verbinder 277"/>
          <p:cNvCxnSpPr/>
          <p:nvPr/>
        </p:nvCxnSpPr>
        <p:spPr>
          <a:xfrm flipH="1">
            <a:off x="10848342" y="4446670"/>
            <a:ext cx="14164" cy="36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Rechteck 278"/>
          <p:cNvSpPr/>
          <p:nvPr/>
        </p:nvSpPr>
        <p:spPr>
          <a:xfrm>
            <a:off x="10690885" y="4768491"/>
            <a:ext cx="577265" cy="366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smtClean="0"/>
              <a:t>EVSE</a:t>
            </a:r>
            <a:endParaRPr lang="de-DE" dirty="0"/>
          </a:p>
        </p:txBody>
      </p:sp>
      <p:cxnSp>
        <p:nvCxnSpPr>
          <p:cNvPr id="280" name="Gerader Verbinder 279"/>
          <p:cNvCxnSpPr/>
          <p:nvPr/>
        </p:nvCxnSpPr>
        <p:spPr>
          <a:xfrm flipH="1">
            <a:off x="10820400" y="5132470"/>
            <a:ext cx="4006" cy="2396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Rechteck 280"/>
          <p:cNvSpPr/>
          <p:nvPr/>
        </p:nvSpPr>
        <p:spPr>
          <a:xfrm>
            <a:off x="10706125" y="5349240"/>
            <a:ext cx="365735" cy="159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82" name="Gerader Verbinder 281"/>
          <p:cNvCxnSpPr/>
          <p:nvPr/>
        </p:nvCxnSpPr>
        <p:spPr>
          <a:xfrm flipH="1">
            <a:off x="10820400" y="5498230"/>
            <a:ext cx="4006" cy="1710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hteck 282"/>
          <p:cNvSpPr/>
          <p:nvPr/>
        </p:nvSpPr>
        <p:spPr>
          <a:xfrm>
            <a:off x="10413334" y="5286494"/>
            <a:ext cx="3305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K2</a:t>
            </a:r>
            <a:endParaRPr lang="de-DE" sz="1100" dirty="0"/>
          </a:p>
        </p:txBody>
      </p:sp>
      <p:sp>
        <p:nvSpPr>
          <p:cNvPr id="284" name="Rechteck 283"/>
          <p:cNvSpPr/>
          <p:nvPr/>
        </p:nvSpPr>
        <p:spPr>
          <a:xfrm>
            <a:off x="10786714" y="5134094"/>
            <a:ext cx="33855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A1</a:t>
            </a:r>
            <a:endParaRPr lang="de-DE" sz="1100" dirty="0"/>
          </a:p>
        </p:txBody>
      </p:sp>
      <p:sp>
        <p:nvSpPr>
          <p:cNvPr id="285" name="Rechteck 284"/>
          <p:cNvSpPr/>
          <p:nvPr/>
        </p:nvSpPr>
        <p:spPr>
          <a:xfrm>
            <a:off x="10809574" y="5484614"/>
            <a:ext cx="33855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A2</a:t>
            </a:r>
            <a:endParaRPr lang="de-DE" sz="1100" dirty="0"/>
          </a:p>
        </p:txBody>
      </p:sp>
      <p:sp>
        <p:nvSpPr>
          <p:cNvPr id="286" name="Rechteck 285"/>
          <p:cNvSpPr/>
          <p:nvPr/>
        </p:nvSpPr>
        <p:spPr>
          <a:xfrm>
            <a:off x="10390474" y="4829294"/>
            <a:ext cx="35137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Q2</a:t>
            </a:r>
            <a:endParaRPr lang="de-DE" sz="1100" dirty="0"/>
          </a:p>
        </p:txBody>
      </p:sp>
      <p:sp>
        <p:nvSpPr>
          <p:cNvPr id="287" name="Rechteck 286"/>
          <p:cNvSpPr/>
          <p:nvPr/>
        </p:nvSpPr>
        <p:spPr>
          <a:xfrm>
            <a:off x="10672414" y="4928354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err="1" smtClean="0"/>
              <a:t>rel</a:t>
            </a:r>
            <a:endParaRPr lang="de-DE" sz="1100" dirty="0"/>
          </a:p>
        </p:txBody>
      </p:sp>
      <p:cxnSp>
        <p:nvCxnSpPr>
          <p:cNvPr id="290" name="Gerader Verbinder 289"/>
          <p:cNvCxnSpPr/>
          <p:nvPr/>
        </p:nvCxnSpPr>
        <p:spPr>
          <a:xfrm flipH="1">
            <a:off x="1460903" y="1129744"/>
            <a:ext cx="110289" cy="426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Rechteck 290"/>
          <p:cNvSpPr/>
          <p:nvPr/>
        </p:nvSpPr>
        <p:spPr>
          <a:xfrm>
            <a:off x="1295519" y="1051104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 smtClean="0"/>
              <a:t>3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92320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Breitbild</PresentationFormat>
  <Paragraphs>64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Simon.Schramm</dc:creator>
  <cp:lastModifiedBy>Simon.Schramm</cp:lastModifiedBy>
  <cp:revision>12</cp:revision>
  <cp:lastPrinted>2024-06-25T05:40:34Z</cp:lastPrinted>
  <dcterms:created xsi:type="dcterms:W3CDTF">2024-06-25T05:16:42Z</dcterms:created>
  <dcterms:modified xsi:type="dcterms:W3CDTF">2024-06-25T07:38:43Z</dcterms:modified>
</cp:coreProperties>
</file>