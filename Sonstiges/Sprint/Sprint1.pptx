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60" r:id="rId6"/>
    <p:sldId id="261" r:id="rId7"/>
    <p:sldId id="263" r:id="rId8"/>
    <p:sldId id="259" r:id="rId9"/>
    <p:sldId id="264" r:id="rId10"/>
    <p:sldId id="262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2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ABA5B4-1E52-5514-9B4E-EA4A54A5F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4833EE6-650E-DB43-3E3C-B6255D8FF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D8148C-A6E3-603B-778F-42C1716B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6C65-470F-4200-83C0-36AC4FF5CB15}" type="datetimeFigureOut">
              <a:rPr lang="de-DE" smtClean="0"/>
              <a:t>08.05.2025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6D4CA7-24FE-45FF-AC3B-6C3EC6A83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2C1B95-FDA1-EA81-CDD9-05021AA11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4730-4F87-44FC-A01A-7FF4306048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5313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483BFD-2978-D37B-7BDA-4494F42F2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221031-DAE3-9829-F744-E5C679BEA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47B258-DEC2-EAD4-18CF-E63FEA56F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6C65-470F-4200-83C0-36AC4FF5CB15}" type="datetimeFigureOut">
              <a:rPr lang="de-DE" smtClean="0"/>
              <a:t>08.05.2025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FF001C-FBAB-23FA-8075-2021F3922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D3CE20-E182-A9B2-6A30-1448E7A32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4730-4F87-44FC-A01A-7FF4306048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8020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6371D0-E55C-C928-8907-FED726525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F46677-B4E4-4646-D8B5-5B25EE25C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BC5C45-56BE-97FE-5368-F736A471D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6C65-470F-4200-83C0-36AC4FF5CB15}" type="datetimeFigureOut">
              <a:rPr lang="de-DE" smtClean="0"/>
              <a:t>08.05.2025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CCD1D2-1DEC-4695-198E-523265E2E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7F223B-5E4C-6B54-5332-E8F2BFDE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4730-4F87-44FC-A01A-7FF4306048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478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73FFCD-6B84-96E5-3EAF-FC15C9BA4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327DFA-EE20-83B5-A5B2-BA3D94816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08861A5-DFD9-5CE4-6E6E-B045B1C99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CA6FA21-8795-9C06-AAC5-DBB37220F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6C65-470F-4200-83C0-36AC4FF5CB15}" type="datetimeFigureOut">
              <a:rPr lang="de-DE" smtClean="0"/>
              <a:t>08.05.2025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142785D-324C-9228-29C3-9C5BDEA85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A7381D7-7B85-8D12-7B1F-8FAD9A64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4730-4F87-44FC-A01A-7FF4306048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1691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28406-C6FF-8E57-56AE-65DA85E4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10B7F5-DC78-4D6D-2972-01A2E8EDA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7D5B3BD-5084-14D9-67BF-3767405B8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93819FF-DE48-40D6-716C-4FA1B1AC6A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8EB4D3F-7D41-391A-BC91-201AE0DE7F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981D365-5D58-E5E9-5A4E-49D377D17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6C65-470F-4200-83C0-36AC4FF5CB15}" type="datetimeFigureOut">
              <a:rPr lang="de-DE" smtClean="0"/>
              <a:t>08.05.2025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71D4F27-4AFB-ED85-91C0-7611BC3D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2DDCE5-2F59-265E-47A1-DACC95652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4730-4F87-44FC-A01A-7FF4306048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8581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AA9E9D-5FE4-96AC-2363-806D02245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58A7C54-B7B7-76E0-A575-ABBA78DFD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6C65-470F-4200-83C0-36AC4FF5CB15}" type="datetimeFigureOut">
              <a:rPr lang="de-DE" smtClean="0"/>
              <a:t>08.05.2025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EB9400-E848-047B-E89C-FE776E03E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71C1A2-B3C2-EAC1-4705-6F656528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4730-4F87-44FC-A01A-7FF4306048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7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3058AD4-1303-D5BA-A770-5868857BB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6C65-470F-4200-83C0-36AC4FF5CB15}" type="datetimeFigureOut">
              <a:rPr lang="de-DE" smtClean="0"/>
              <a:t>08.05.2025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4999C3B-D231-33CB-2F56-0F339E9C3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8B8E87-7BD2-A061-FAA4-CA4816DCE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4730-4F87-44FC-A01A-7FF4306048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9887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12A7BB-53DF-904E-F684-8104F278B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AEA22A-CFBC-F702-F357-477F7DEA7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979BF52-085D-B7A0-18B4-9F57DE348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058FDBE-0F7D-C78A-4723-8E215EBC8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6C65-470F-4200-83C0-36AC4FF5CB15}" type="datetimeFigureOut">
              <a:rPr lang="de-DE" smtClean="0"/>
              <a:t>08.05.2025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D5E69D-B555-EFD4-E6A7-08A28A37B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84089E-9D06-DEA1-9878-99887182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4730-4F87-44FC-A01A-7FF4306048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7134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597B86-3A7A-20DD-A34E-1C9DB4053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CA00F7B-50A2-5186-77CB-9A9E24A82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DA6E53-5F69-A001-EF43-2FA221A04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06043A8-A353-C0EA-9E57-23908390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6C65-470F-4200-83C0-36AC4FF5CB15}" type="datetimeFigureOut">
              <a:rPr lang="de-DE" smtClean="0"/>
              <a:t>08.05.2025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ED8690-3076-E721-D4AB-6F205E2F8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84FFCBA-BC9F-2C4B-36C9-33666B7CB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4730-4F87-44FC-A01A-7FF4306048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4480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024A1A-F906-5E64-FA84-883F479A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A665F12-49A8-408C-688B-2769E1A81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6A0770-8757-2B4D-BA8F-03A00A1D8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6C65-470F-4200-83C0-36AC4FF5CB15}" type="datetimeFigureOut">
              <a:rPr lang="de-DE" smtClean="0"/>
              <a:t>08.05.2025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79B672-DC86-1384-3E66-DC5AB12EB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1C958C-A79B-6B26-8EE0-FE14D8729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4730-4F87-44FC-A01A-7FF4306048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0014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E6DCC14-2AC8-06D4-CA59-295ECC47C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A035FC9-D614-9CC4-BD42-73CCBBCF9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4C8A85-B80A-3AB2-6AD7-29D4D7701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6C65-470F-4200-83C0-36AC4FF5CB15}" type="datetimeFigureOut">
              <a:rPr lang="de-DE" smtClean="0"/>
              <a:t>08.05.2025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716EAE-7AA6-7FFB-255A-37FAED7E9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E2237B-4971-E120-4ABC-A874D8252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4730-4F87-44FC-A01A-7FF4306048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391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FE07D7D-D8F8-7D57-BAC6-0BFB6984C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1E7358-1846-C568-5384-7ED6595F2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299C4B-A436-3ADD-4887-F4079B1DD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C6C65-470F-4200-83C0-36AC4FF5CB15}" type="datetimeFigureOut">
              <a:rPr lang="de-DE" smtClean="0"/>
              <a:t>08.05.2025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D1F17F-B8CF-A5B8-26A3-82CC1744F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9AD04B-1758-88DC-B3E0-0161CD400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54730-4F87-44FC-A01A-7FF4306048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473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B472-8F80-D68A-0407-DDE5CDE5E2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LaMa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06E5B-ECE0-480A-4C8B-4BDD9B0477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Toni Winkler, Florian </a:t>
            </a:r>
            <a:r>
              <a:rPr lang="de-DE" dirty="0" err="1"/>
              <a:t>Langlechner</a:t>
            </a:r>
            <a:r>
              <a:rPr lang="de-DE" dirty="0"/>
              <a:t>, Benedikt Schwendner, Anne Reddig Wiegand</a:t>
            </a:r>
          </a:p>
        </p:txBody>
      </p:sp>
    </p:spTree>
    <p:extLst>
      <p:ext uri="{BB962C8B-B14F-4D97-AF65-F5344CB8AC3E}">
        <p14:creationId xmlns:p14="http://schemas.microsoft.com/office/powerpoint/2010/main" val="1105008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A162833D-A72F-2591-740A-19EA4B409039}"/>
              </a:ext>
            </a:extLst>
          </p:cNvPr>
          <p:cNvSpPr txBox="1"/>
          <p:nvPr/>
        </p:nvSpPr>
        <p:spPr>
          <a:xfrm>
            <a:off x="2173777" y="1479665"/>
            <a:ext cx="7271673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u="sng" dirty="0"/>
              <a:t>Agenda</a:t>
            </a:r>
          </a:p>
          <a:p>
            <a:endParaRPr lang="de-DE" sz="3200" u="sng" dirty="0"/>
          </a:p>
          <a:p>
            <a:pPr marL="342900" indent="-342900">
              <a:buFont typeface="+mj-lt"/>
              <a:buAutoNum type="arabicPeriod"/>
            </a:pPr>
            <a:r>
              <a:rPr lang="de-DE" sz="3200" dirty="0"/>
              <a:t> Rückblick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3200" dirty="0"/>
              <a:t> Ladeoptimierung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3200" dirty="0"/>
              <a:t> Kartenleser TWN4 </a:t>
            </a:r>
            <a:r>
              <a:rPr lang="de-DE" sz="3200" dirty="0" err="1"/>
              <a:t>Multitech</a:t>
            </a:r>
            <a:endParaRPr lang="de-DE" sz="3200" dirty="0"/>
          </a:p>
          <a:p>
            <a:pPr marL="342900" indent="-342900">
              <a:buFont typeface="+mj-lt"/>
              <a:buAutoNum type="arabicPeriod"/>
            </a:pPr>
            <a:r>
              <a:rPr lang="de-DE" sz="3200" dirty="0"/>
              <a:t> Steuer-/Ladestromkreis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3200" dirty="0"/>
              <a:t> Benutzeranlegung und Freischalten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3200" dirty="0"/>
              <a:t> Sprint-Flow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3200" dirty="0"/>
              <a:t> Ausblick</a:t>
            </a:r>
          </a:p>
          <a:p>
            <a:pPr marL="342900" indent="-342900">
              <a:buFont typeface="+mj-lt"/>
              <a:buAutoNum type="arabicPeriod"/>
            </a:pPr>
            <a:endParaRPr lang="de-DE" sz="3200" dirty="0"/>
          </a:p>
          <a:p>
            <a:pPr marL="342900" indent="-342900">
              <a:buFont typeface="+mj-lt"/>
              <a:buAutoNum type="arabicPeriod"/>
            </a:pPr>
            <a:endParaRPr lang="de-DE" sz="3200" dirty="0"/>
          </a:p>
          <a:p>
            <a:pPr marL="342900" indent="-342900">
              <a:buFont typeface="+mj-lt"/>
              <a:buAutoNum type="arabicPeriod"/>
            </a:pPr>
            <a:endParaRPr lang="de-DE" sz="3200" dirty="0"/>
          </a:p>
          <a:p>
            <a:pPr marL="342900" indent="-342900">
              <a:buFont typeface="+mj-lt"/>
              <a:buAutoNum type="arabicPeriod"/>
            </a:pP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233249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ED685-5A9E-0DCF-B740-784BB176A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B348EB2D-C663-354D-2947-268201E7A422}"/>
              </a:ext>
            </a:extLst>
          </p:cNvPr>
          <p:cNvSpPr txBox="1"/>
          <p:nvPr/>
        </p:nvSpPr>
        <p:spPr>
          <a:xfrm>
            <a:off x="1095270" y="494607"/>
            <a:ext cx="6739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latin typeface="+mj-lt"/>
                <a:ea typeface="+mj-ea"/>
                <a:cs typeface="+mj-cs"/>
              </a:rPr>
              <a:t>1. Rückblick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B7525D54-A305-2CED-9B53-07E804A5A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745" y="1180407"/>
            <a:ext cx="3371889" cy="4497185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471A16B-5527-964D-AC14-3809852CF110}"/>
              </a:ext>
            </a:extLst>
          </p:cNvPr>
          <p:cNvSpPr txBox="1"/>
          <p:nvPr/>
        </p:nvSpPr>
        <p:spPr>
          <a:xfrm>
            <a:off x="1392381" y="2097145"/>
            <a:ext cx="42602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- Ladesäule gebaut von vorangegangenem Semester</a:t>
            </a:r>
          </a:p>
          <a:p>
            <a:r>
              <a:rPr lang="de-DE" dirty="0"/>
              <a:t>- Ladesäule funktioniert</a:t>
            </a:r>
          </a:p>
          <a:p>
            <a:r>
              <a:rPr lang="de-DE" dirty="0"/>
              <a:t>- hat kein </a:t>
            </a:r>
            <a:r>
              <a:rPr lang="de-DE" dirty="0" err="1"/>
              <a:t>Lademanagment</a:t>
            </a:r>
            <a:endParaRPr lang="de-DE" dirty="0"/>
          </a:p>
          <a:p>
            <a:r>
              <a:rPr lang="de-DE" dirty="0"/>
              <a:t>- wertet die Ladedaten nicht aus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20792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F02F8-BC52-045F-DC95-EF33AAEC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B8D1CE85-6453-C6D2-2300-060D8F3C9BEE}"/>
              </a:ext>
            </a:extLst>
          </p:cNvPr>
          <p:cNvSpPr txBox="1"/>
          <p:nvPr/>
        </p:nvSpPr>
        <p:spPr>
          <a:xfrm>
            <a:off x="974690" y="494607"/>
            <a:ext cx="68600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latin typeface="+mj-lt"/>
                <a:ea typeface="+mj-ea"/>
                <a:cs typeface="+mj-cs"/>
              </a:rPr>
              <a:t>2. Ladeoptimierung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F60F7C8-E796-F238-4BB7-C1E06C3B8D4B}"/>
              </a:ext>
            </a:extLst>
          </p:cNvPr>
          <p:cNvSpPr txBox="1"/>
          <p:nvPr/>
        </p:nvSpPr>
        <p:spPr>
          <a:xfrm>
            <a:off x="1392381" y="2097145"/>
            <a:ext cx="42602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Ziel:</a:t>
            </a:r>
          </a:p>
          <a:p>
            <a:r>
              <a:rPr lang="de-DE" dirty="0"/>
              <a:t>Eine Ladeoptimierung entwickeln</a:t>
            </a:r>
          </a:p>
          <a:p>
            <a:endParaRPr lang="de-DE" dirty="0"/>
          </a:p>
          <a:p>
            <a:r>
              <a:rPr lang="de-DE" dirty="0"/>
              <a:t>Vorgehen: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Durch die Stromzähler die Belastung der einzelnen Ladedosen messen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Entsprechend der angeschlossenen Fahrzeuge die Ladeleistung einstellen</a:t>
            </a:r>
          </a:p>
          <a:p>
            <a:r>
              <a:rPr lang="de-DE" dirty="0"/>
              <a:t>       (Durch Priorisierung und Trenddaten)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52ABE22-46CB-C9E9-9DFA-CC469B631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513" y="1429789"/>
            <a:ext cx="3068418" cy="4916753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7EEEBCF8-BD4D-2CC4-9A5B-15B9FFE5838D}"/>
              </a:ext>
            </a:extLst>
          </p:cNvPr>
          <p:cNvSpPr/>
          <p:nvPr/>
        </p:nvSpPr>
        <p:spPr>
          <a:xfrm>
            <a:off x="5548053" y="1429789"/>
            <a:ext cx="1787236" cy="6109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Stromzähler für CCS2 Stecker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6F113C2-EDED-E103-3D75-589535CE033C}"/>
              </a:ext>
            </a:extLst>
          </p:cNvPr>
          <p:cNvSpPr/>
          <p:nvPr/>
        </p:nvSpPr>
        <p:spPr>
          <a:xfrm>
            <a:off x="5281353" y="4765963"/>
            <a:ext cx="2320636" cy="6109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Stromzähler für gesamte Ladesäule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8F5F59F-01AE-6D16-65FF-8EF86DBA07AB}"/>
              </a:ext>
            </a:extLst>
          </p:cNvPr>
          <p:cNvCxnSpPr>
            <a:cxnSpLocks/>
          </p:cNvCxnSpPr>
          <p:nvPr/>
        </p:nvCxnSpPr>
        <p:spPr>
          <a:xfrm>
            <a:off x="7335289" y="1524693"/>
            <a:ext cx="2598420" cy="42879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1F143F99-B2C9-952D-CB53-952013DABAED}"/>
              </a:ext>
            </a:extLst>
          </p:cNvPr>
          <p:cNvCxnSpPr>
            <a:cxnSpLocks/>
          </p:cNvCxnSpPr>
          <p:nvPr/>
        </p:nvCxnSpPr>
        <p:spPr>
          <a:xfrm>
            <a:off x="7335289" y="1997133"/>
            <a:ext cx="1243446" cy="16833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40A5CCBD-5ED2-4165-D38D-CDADEEB5919F}"/>
              </a:ext>
            </a:extLst>
          </p:cNvPr>
          <p:cNvCxnSpPr>
            <a:cxnSpLocks/>
          </p:cNvCxnSpPr>
          <p:nvPr/>
        </p:nvCxnSpPr>
        <p:spPr>
          <a:xfrm>
            <a:off x="7601989" y="5071456"/>
            <a:ext cx="1972733" cy="42325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477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66A94-7293-AF5F-4D55-9D4E7B9C3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Kartenleser TWN4 </a:t>
            </a:r>
            <a:r>
              <a:rPr lang="de-DE" dirty="0" err="1"/>
              <a:t>Multitech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AC764-02CB-6B81-85DE-5156DC343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744200" cy="2117110"/>
          </a:xfrm>
        </p:spPr>
        <p:txBody>
          <a:bodyPr/>
          <a:lstStyle/>
          <a:p>
            <a:r>
              <a:rPr lang="de-DE" dirty="0"/>
              <a:t>Kommunikation über USB</a:t>
            </a:r>
          </a:p>
          <a:p>
            <a:r>
              <a:rPr lang="de-DE" dirty="0"/>
              <a:t>Verschiedene Möglichkeiten</a:t>
            </a:r>
          </a:p>
          <a:p>
            <a:pPr lvl="1"/>
            <a:r>
              <a:rPr lang="de-DE" sz="2800" dirty="0"/>
              <a:t>HID: Konfiguration als Keyboard -&gt; Schwierigkeiten in Node-</a:t>
            </a:r>
            <a:r>
              <a:rPr lang="de-DE" sz="2800" dirty="0" err="1"/>
              <a:t>Red</a:t>
            </a:r>
            <a:endParaRPr lang="de-DE" sz="2800" dirty="0"/>
          </a:p>
          <a:p>
            <a:pPr lvl="1"/>
            <a:r>
              <a:rPr lang="de-DE" sz="2800" dirty="0"/>
              <a:t>CDC: serielle Kommunikation</a:t>
            </a:r>
          </a:p>
          <a:p>
            <a:pPr lvl="1"/>
            <a:endParaRPr lang="de-DE" sz="280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26941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6D456-511B-C5CA-A2AD-DCC8FD485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/>
              <a:t>Konfiguration in Node-</a:t>
            </a:r>
            <a:r>
              <a:rPr lang="de-DE" sz="3200" dirty="0" err="1"/>
              <a:t>Red</a:t>
            </a:r>
            <a:endParaRPr lang="de-DE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D42C92-EECA-D750-B717-F65F74BECC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72" r="4876" b="3922"/>
          <a:stretch/>
        </p:blipFill>
        <p:spPr>
          <a:xfrm>
            <a:off x="582561" y="1454715"/>
            <a:ext cx="5912874" cy="26827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4674EE-A2D6-AB33-6A17-25CB0B4DE1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924"/>
          <a:stretch/>
        </p:blipFill>
        <p:spPr>
          <a:xfrm>
            <a:off x="5772478" y="4231774"/>
            <a:ext cx="6161139" cy="117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070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C44EE-F6D5-F5DE-7675-F49A90E8D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 Steuer-/Ladestromkreis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6AC6C0-CFC1-C889-4DE8-05F128773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6420" y="2354716"/>
            <a:ext cx="5563381" cy="290308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EEA0F3-1426-8F7B-45CB-B0C8A5FFB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801" y="2613623"/>
            <a:ext cx="5418290" cy="238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42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BB865-44F8-1235-F447-7B01FC2F9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9FEBDD89-BEAE-A926-63CA-17BC50CC1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20" y="3798101"/>
            <a:ext cx="8993620" cy="2790838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2BFC9E09-44C2-D08E-132B-14E8E93E0EF9}"/>
              </a:ext>
            </a:extLst>
          </p:cNvPr>
          <p:cNvSpPr txBox="1"/>
          <p:nvPr/>
        </p:nvSpPr>
        <p:spPr>
          <a:xfrm>
            <a:off x="844062" y="494607"/>
            <a:ext cx="93550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latin typeface="+mj-lt"/>
                <a:ea typeface="+mj-ea"/>
                <a:cs typeface="+mj-cs"/>
              </a:rPr>
              <a:t>5. Benutzeranlegung und Freischalten</a:t>
            </a:r>
          </a:p>
          <a:p>
            <a:endParaRPr lang="de-DE" sz="28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20EBD52-17E4-0BF2-C41F-A7FA40323F6F}"/>
              </a:ext>
            </a:extLst>
          </p:cNvPr>
          <p:cNvSpPr txBox="1"/>
          <p:nvPr/>
        </p:nvSpPr>
        <p:spPr>
          <a:xfrm>
            <a:off x="1270460" y="1448714"/>
            <a:ext cx="4962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Ziele:</a:t>
            </a:r>
          </a:p>
          <a:p>
            <a:r>
              <a:rPr lang="de-DE" dirty="0"/>
              <a:t>Ladevorgang freischalten, Trenddaten erfassen und zuordnen</a:t>
            </a: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2352FBA0-AD68-FC07-40F1-8356F9B92811}"/>
              </a:ext>
            </a:extLst>
          </p:cNvPr>
          <p:cNvSpPr/>
          <p:nvPr/>
        </p:nvSpPr>
        <p:spPr>
          <a:xfrm>
            <a:off x="1191467" y="2179733"/>
            <a:ext cx="3361128" cy="1425526"/>
          </a:xfrm>
          <a:prstGeom prst="rightArrow">
            <a:avLst>
              <a:gd name="adj1" fmla="val 60212"/>
              <a:gd name="adj2" fmla="val 50000"/>
            </a:avLst>
          </a:prstGeom>
          <a:noFill/>
          <a:ln w="317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Personalisiertes Laden</a:t>
            </a:r>
          </a:p>
          <a:p>
            <a:r>
              <a:rPr lang="de-DE" dirty="0">
                <a:solidFill>
                  <a:schemeClr val="tx1"/>
                </a:solidFill>
                <a:sym typeface="Wingdings" panose="05000000000000000000" pitchFamily="2" charset="2"/>
              </a:rPr>
              <a:t> Erfassen der Benutzer durch Kartenlesegerät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C1915705-04AC-26A6-7851-E65124F6EE5C}"/>
              </a:ext>
            </a:extLst>
          </p:cNvPr>
          <p:cNvSpPr/>
          <p:nvPr/>
        </p:nvSpPr>
        <p:spPr>
          <a:xfrm>
            <a:off x="7913723" y="2179733"/>
            <a:ext cx="3361128" cy="1425526"/>
          </a:xfrm>
          <a:prstGeom prst="rightArrow">
            <a:avLst>
              <a:gd name="adj1" fmla="val 60212"/>
              <a:gd name="adj2" fmla="val 50000"/>
            </a:avLst>
          </a:prstGeom>
          <a:noFill/>
          <a:ln w="317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Erfassen von den typischen Ladezeiten der einzelnen Benutzer</a:t>
            </a:r>
          </a:p>
        </p:txBody>
      </p: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E94E5CF5-5C04-FA6E-30D9-CA1CD1D723B1}"/>
              </a:ext>
            </a:extLst>
          </p:cNvPr>
          <p:cNvSpPr/>
          <p:nvPr/>
        </p:nvSpPr>
        <p:spPr>
          <a:xfrm>
            <a:off x="4552595" y="2179733"/>
            <a:ext cx="3361128" cy="1425526"/>
          </a:xfrm>
          <a:prstGeom prst="rightArrow">
            <a:avLst>
              <a:gd name="adj1" fmla="val 60212"/>
              <a:gd name="adj2" fmla="val 50000"/>
            </a:avLst>
          </a:prstGeom>
          <a:noFill/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Speichern der Benutzer in einer Datenbank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AEBC33E-F2A9-C09E-E47A-3A485660BF46}"/>
              </a:ext>
            </a:extLst>
          </p:cNvPr>
          <p:cNvSpPr/>
          <p:nvPr/>
        </p:nvSpPr>
        <p:spPr>
          <a:xfrm>
            <a:off x="3364470" y="5350437"/>
            <a:ext cx="2731530" cy="992386"/>
          </a:xfrm>
          <a:prstGeom prst="rect">
            <a:avLst/>
          </a:prstGeom>
          <a:noFill/>
          <a:ln w="317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A21C67A-6ED1-D9DD-BFB1-FB35762D047A}"/>
              </a:ext>
            </a:extLst>
          </p:cNvPr>
          <p:cNvSpPr/>
          <p:nvPr/>
        </p:nvSpPr>
        <p:spPr>
          <a:xfrm>
            <a:off x="1540219" y="3965567"/>
            <a:ext cx="3648501" cy="992386"/>
          </a:xfrm>
          <a:prstGeom prst="rect">
            <a:avLst/>
          </a:prstGeom>
          <a:noFill/>
          <a:ln w="31750"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2449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1FDD498-3EE5-86AA-8F5A-23D05C97D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6. Sprint-Flow</a:t>
            </a:r>
          </a:p>
        </p:txBody>
      </p:sp>
      <p:pic>
        <p:nvPicPr>
          <p:cNvPr id="5" name="Content Placeholder 4" descr="A diagram of a diagram">
            <a:extLst>
              <a:ext uri="{FF2B5EF4-FFF2-40B4-BE49-F238E27FC236}">
                <a16:creationId xmlns:a16="http://schemas.microsoft.com/office/drawing/2014/main" id="{2ACEC967-9C3F-2D6C-ED70-5673440FA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12192000" cy="4229345"/>
          </a:xfrm>
        </p:spPr>
      </p:pic>
    </p:spTree>
    <p:extLst>
      <p:ext uri="{BB962C8B-B14F-4D97-AF65-F5344CB8AC3E}">
        <p14:creationId xmlns:p14="http://schemas.microsoft.com/office/powerpoint/2010/main" val="242484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F720F-F13A-06AF-3F75-FB502A228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7. Ausblick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FF7A-3251-E143-6990-6466AE774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Konfigurieren der Kartenleser-Firmware, z.B. Beep verändern, Format der ID</a:t>
            </a:r>
          </a:p>
          <a:p>
            <a:r>
              <a:rPr lang="de-DE" dirty="0"/>
              <a:t>Einbau der Authentifizierung in bestehenden </a:t>
            </a:r>
            <a:r>
              <a:rPr lang="de-DE" dirty="0" err="1"/>
              <a:t>LaMa</a:t>
            </a:r>
            <a:r>
              <a:rPr lang="de-DE" dirty="0"/>
              <a:t>-Flow</a:t>
            </a:r>
          </a:p>
          <a:p>
            <a:r>
              <a:rPr lang="de-DE" dirty="0"/>
              <a:t>Automatisch Anlegung von neuen Benutzern in der Datenbank</a:t>
            </a:r>
          </a:p>
          <a:p>
            <a:r>
              <a:rPr lang="de-DE" dirty="0"/>
              <a:t>Loggen der Ladevorgänge über PostgreSQL</a:t>
            </a:r>
          </a:p>
          <a:p>
            <a:r>
              <a:rPr lang="de-DE" dirty="0"/>
              <a:t>Stromzählerauswertung in Node-</a:t>
            </a:r>
            <a:r>
              <a:rPr lang="de-DE" dirty="0" err="1"/>
              <a:t>red</a:t>
            </a:r>
            <a:endParaRPr lang="de-DE" dirty="0"/>
          </a:p>
          <a:p>
            <a:r>
              <a:rPr lang="de-DE" dirty="0"/>
              <a:t>Implementierung des Systems auf dem Raspberry</a:t>
            </a:r>
          </a:p>
        </p:txBody>
      </p:sp>
    </p:spTree>
    <p:extLst>
      <p:ext uri="{BB962C8B-B14F-4D97-AF65-F5344CB8AC3E}">
        <p14:creationId xmlns:p14="http://schemas.microsoft.com/office/powerpoint/2010/main" val="193043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</vt:lpstr>
      <vt:lpstr>LaMa</vt:lpstr>
      <vt:lpstr>PowerPoint Presentation</vt:lpstr>
      <vt:lpstr>PowerPoint Presentation</vt:lpstr>
      <vt:lpstr>PowerPoint Presentation</vt:lpstr>
      <vt:lpstr>3. Kartenleser TWN4 Multitech</vt:lpstr>
      <vt:lpstr>Konfiguration in Node-Red</vt:lpstr>
      <vt:lpstr>4. Steuer-/Ladestromkreis</vt:lpstr>
      <vt:lpstr>PowerPoint Presentation</vt:lpstr>
      <vt:lpstr>6. Sprint-Flow</vt:lpstr>
      <vt:lpstr>7. Ausblick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Toni Winkler</dc:creator>
  <cp:lastModifiedBy>Anne Reddig Wiegand</cp:lastModifiedBy>
  <cp:revision>27</cp:revision>
  <dcterms:created xsi:type="dcterms:W3CDTF">2025-05-07T18:31:07Z</dcterms:created>
  <dcterms:modified xsi:type="dcterms:W3CDTF">2025-05-08T09:00:39Z</dcterms:modified>
</cp:coreProperties>
</file>